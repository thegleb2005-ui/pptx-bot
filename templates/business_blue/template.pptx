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109728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9C6DE"/>
                </a:solidFill>
                <a:latin typeface="Arial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473"/>
                </a:solidFill>
                <a:latin typeface="Arial"/>
              </a:rPr>
              <a:t>{{TEXT}}</a:t>
            </a:r>
          </a:p>
        </p:txBody>
      </p:sp>
      <p:sp>
        <p:nvSpPr>
          <p:cNvPr id="6" name="IMAGE_PLACEHOLDER"/>
          <p:cNvSpPr/>
          <p:nvPr/>
        </p:nvSpPr>
        <p:spPr>
          <a:xfrm>
            <a:off x="6583680" y="1188720"/>
            <a:ext cx="4937760" cy="4480560"/>
          </a:xfrm>
          <a:prstGeom prst="rect">
            <a:avLst/>
          </a:prstGeom>
          <a:solidFill>
            <a:srgbClr val="D5D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6473"/>
                </a:solidFill>
              </a:rPr>
              <a:t>ФОТО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38528"/>
            <a:ext cx="164592" cy="8229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473"/>
                </a:solidFill>
                <a:latin typeface="Arial"/>
              </a:rPr>
              <a:t>{{BULLET_1}}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10128"/>
            <a:ext cx="164592" cy="8229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473"/>
                </a:solidFill>
                <a:latin typeface="Arial"/>
              </a:rPr>
              <a:t>{{BULLET_2}}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81728"/>
            <a:ext cx="164592" cy="82296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473"/>
                </a:solidFill>
                <a:latin typeface="Arial"/>
              </a:rP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109728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