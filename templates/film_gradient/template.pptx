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72" r:id="rId4"/>
    <p:sldId id="2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0"/>
    <a:srgbClr val="FB9648"/>
    <a:srgbClr val="511F41"/>
    <a:srgbClr val="211439"/>
    <a:srgbClr val="0E0D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5827"/>
  </p:normalViewPr>
  <p:slideViewPr>
    <p:cSldViewPr snapToGrid="0" snapToObjects="1">
      <p:cViewPr varScale="1">
        <p:scale>
          <a:sx n="124" d="100"/>
          <a:sy n="124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14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41CE07-0E4D-4B4D-808F-103471EDD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32" y="-1"/>
            <a:ext cx="10860068" cy="6858000"/>
          </a:xfrm>
          <a:custGeom>
            <a:avLst/>
            <a:gdLst>
              <a:gd name="connsiteX0" fmla="*/ 9317499 w 10860068"/>
              <a:gd name="connsiteY0" fmla="*/ 0 h 6857999"/>
              <a:gd name="connsiteX1" fmla="*/ 10860068 w 10860068"/>
              <a:gd name="connsiteY1" fmla="*/ 0 h 6857999"/>
              <a:gd name="connsiteX2" fmla="*/ 10860067 w 10860068"/>
              <a:gd name="connsiteY2" fmla="*/ 3345473 h 6857999"/>
              <a:gd name="connsiteX3" fmla="*/ 6087837 w 10860068"/>
              <a:gd name="connsiteY3" fmla="*/ 6857999 h 6857999"/>
              <a:gd name="connsiteX4" fmla="*/ 0 w 10860068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60068" h="6857999">
                <a:moveTo>
                  <a:pt x="9317499" y="0"/>
                </a:moveTo>
                <a:lnTo>
                  <a:pt x="10860068" y="0"/>
                </a:lnTo>
                <a:lnTo>
                  <a:pt x="10860067" y="3345473"/>
                </a:lnTo>
                <a:lnTo>
                  <a:pt x="6087837" y="6857999"/>
                </a:lnTo>
                <a:lnTo>
                  <a:pt x="0" y="6857999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7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2D37F1-47CF-7241-BE35-8140E6EAB9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463" y="1040731"/>
            <a:ext cx="4004563" cy="5817268"/>
          </a:xfrm>
          <a:custGeom>
            <a:avLst/>
            <a:gdLst>
              <a:gd name="connsiteX0" fmla="*/ 0 w 4004563"/>
              <a:gd name="connsiteY0" fmla="*/ 0 h 5817268"/>
              <a:gd name="connsiteX1" fmla="*/ 4004563 w 4004563"/>
              <a:gd name="connsiteY1" fmla="*/ 0 h 5817268"/>
              <a:gd name="connsiteX2" fmla="*/ 4004563 w 4004563"/>
              <a:gd name="connsiteY2" fmla="*/ 5817268 h 5817268"/>
              <a:gd name="connsiteX3" fmla="*/ 0 w 4004563"/>
              <a:gd name="connsiteY3" fmla="*/ 5817268 h 581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563" h="5817268">
                <a:moveTo>
                  <a:pt x="0" y="0"/>
                </a:moveTo>
                <a:lnTo>
                  <a:pt x="4004563" y="0"/>
                </a:lnTo>
                <a:lnTo>
                  <a:pt x="4004563" y="5817268"/>
                </a:lnTo>
                <a:lnTo>
                  <a:pt x="0" y="581726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1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3ED80B-51C4-5E48-AF20-D9BC81050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4660" y="622935"/>
            <a:ext cx="4366260" cy="5612130"/>
          </a:xfrm>
          <a:custGeom>
            <a:avLst/>
            <a:gdLst>
              <a:gd name="connsiteX0" fmla="*/ 0 w 4366260"/>
              <a:gd name="connsiteY0" fmla="*/ 0 h 5612130"/>
              <a:gd name="connsiteX1" fmla="*/ 3752844 w 4366260"/>
              <a:gd name="connsiteY1" fmla="*/ 0 h 5612130"/>
              <a:gd name="connsiteX2" fmla="*/ 4366260 w 4366260"/>
              <a:gd name="connsiteY2" fmla="*/ 613416 h 5612130"/>
              <a:gd name="connsiteX3" fmla="*/ 4366260 w 4366260"/>
              <a:gd name="connsiteY3" fmla="*/ 5612130 h 5612130"/>
              <a:gd name="connsiteX4" fmla="*/ 613416 w 4366260"/>
              <a:gd name="connsiteY4" fmla="*/ 5612130 h 5612130"/>
              <a:gd name="connsiteX5" fmla="*/ 0 w 4366260"/>
              <a:gd name="connsiteY5" fmla="*/ 4998714 h 5612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6260" h="5612130">
                <a:moveTo>
                  <a:pt x="0" y="0"/>
                </a:moveTo>
                <a:lnTo>
                  <a:pt x="3752844" y="0"/>
                </a:lnTo>
                <a:lnTo>
                  <a:pt x="4366260" y="613416"/>
                </a:lnTo>
                <a:lnTo>
                  <a:pt x="4366260" y="5612130"/>
                </a:lnTo>
                <a:lnTo>
                  <a:pt x="613416" y="5612130"/>
                </a:lnTo>
                <a:lnTo>
                  <a:pt x="0" y="4998714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3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E7349C-583F-3E44-B6C9-9588BF3660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4430" y="0"/>
            <a:ext cx="4046220" cy="5886450"/>
          </a:xfrm>
          <a:custGeom>
            <a:avLst/>
            <a:gdLst>
              <a:gd name="connsiteX0" fmla="*/ 0 w 4046220"/>
              <a:gd name="connsiteY0" fmla="*/ 0 h 5886450"/>
              <a:gd name="connsiteX1" fmla="*/ 4046220 w 4046220"/>
              <a:gd name="connsiteY1" fmla="*/ 0 h 5886450"/>
              <a:gd name="connsiteX2" fmla="*/ 4046220 w 4046220"/>
              <a:gd name="connsiteY2" fmla="*/ 5886450 h 5886450"/>
              <a:gd name="connsiteX3" fmla="*/ 0 w 4046220"/>
              <a:gd name="connsiteY3" fmla="*/ 5886450 h 588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5886450">
                <a:moveTo>
                  <a:pt x="0" y="0"/>
                </a:moveTo>
                <a:lnTo>
                  <a:pt x="4046220" y="0"/>
                </a:lnTo>
                <a:lnTo>
                  <a:pt x="4046220" y="5886450"/>
                </a:lnTo>
                <a:lnTo>
                  <a:pt x="0" y="588645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76FCD44-FAF9-A949-8D25-4BF8E09F73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0831" y="1440181"/>
            <a:ext cx="4655821" cy="4546725"/>
          </a:xfrm>
          <a:custGeom>
            <a:avLst/>
            <a:gdLst>
              <a:gd name="connsiteX0" fmla="*/ 0 w 4655821"/>
              <a:gd name="connsiteY0" fmla="*/ 0 h 4546725"/>
              <a:gd name="connsiteX1" fmla="*/ 4655821 w 4655821"/>
              <a:gd name="connsiteY1" fmla="*/ 0 h 4546725"/>
              <a:gd name="connsiteX2" fmla="*/ 4655821 w 4655821"/>
              <a:gd name="connsiteY2" fmla="*/ 4546725 h 4546725"/>
              <a:gd name="connsiteX3" fmla="*/ 0 w 4655821"/>
              <a:gd name="connsiteY3" fmla="*/ 4546725 h 454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5821" h="4546725">
                <a:moveTo>
                  <a:pt x="0" y="0"/>
                </a:moveTo>
                <a:lnTo>
                  <a:pt x="4655821" y="0"/>
                </a:lnTo>
                <a:lnTo>
                  <a:pt x="4655821" y="4546725"/>
                </a:lnTo>
                <a:lnTo>
                  <a:pt x="0" y="4546725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0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F71B7AA-F300-C849-B853-96854A7834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72100" cy="5372100"/>
          </a:xfrm>
          <a:custGeom>
            <a:avLst/>
            <a:gdLst>
              <a:gd name="connsiteX0" fmla="*/ 0 w 5372100"/>
              <a:gd name="connsiteY0" fmla="*/ 0 h 5372100"/>
              <a:gd name="connsiteX1" fmla="*/ 5372100 w 5372100"/>
              <a:gd name="connsiteY1" fmla="*/ 0 h 5372100"/>
              <a:gd name="connsiteX2" fmla="*/ 5372100 w 5372100"/>
              <a:gd name="connsiteY2" fmla="*/ 5372100 h 5372100"/>
              <a:gd name="connsiteX3" fmla="*/ 0 w 5372100"/>
              <a:gd name="connsiteY3" fmla="*/ 5372100 h 537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2100" h="5372100">
                <a:moveTo>
                  <a:pt x="0" y="0"/>
                </a:moveTo>
                <a:lnTo>
                  <a:pt x="5372100" y="0"/>
                </a:lnTo>
                <a:lnTo>
                  <a:pt x="5372100" y="5372100"/>
                </a:lnTo>
                <a:lnTo>
                  <a:pt x="0" y="53721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3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387733-86B9-B342-9197-7A0A019008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650" y="4639659"/>
            <a:ext cx="803388" cy="803388"/>
          </a:xfrm>
          <a:custGeom>
            <a:avLst/>
            <a:gdLst>
              <a:gd name="connsiteX0" fmla="*/ 401694 w 803388"/>
              <a:gd name="connsiteY0" fmla="*/ 0 h 803388"/>
              <a:gd name="connsiteX1" fmla="*/ 803388 w 803388"/>
              <a:gd name="connsiteY1" fmla="*/ 401694 h 803388"/>
              <a:gd name="connsiteX2" fmla="*/ 401694 w 803388"/>
              <a:gd name="connsiteY2" fmla="*/ 803388 h 803388"/>
              <a:gd name="connsiteX3" fmla="*/ 0 w 803388"/>
              <a:gd name="connsiteY3" fmla="*/ 401694 h 803388"/>
              <a:gd name="connsiteX4" fmla="*/ 401694 w 803388"/>
              <a:gd name="connsiteY4" fmla="*/ 0 h 80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3388" h="803388">
                <a:moveTo>
                  <a:pt x="401694" y="0"/>
                </a:moveTo>
                <a:cubicBezTo>
                  <a:pt x="623543" y="0"/>
                  <a:pt x="803388" y="179845"/>
                  <a:pt x="803388" y="401694"/>
                </a:cubicBezTo>
                <a:cubicBezTo>
                  <a:pt x="803388" y="623543"/>
                  <a:pt x="623543" y="803388"/>
                  <a:pt x="401694" y="803388"/>
                </a:cubicBezTo>
                <a:cubicBezTo>
                  <a:pt x="179845" y="803388"/>
                  <a:pt x="0" y="623543"/>
                  <a:pt x="0" y="401694"/>
                </a:cubicBezTo>
                <a:cubicBezTo>
                  <a:pt x="0" y="179845"/>
                  <a:pt x="179845" y="0"/>
                  <a:pt x="401694" y="0"/>
                </a:cubicBez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8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F43904-E137-3A43-A20C-3D0F9D4658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10036" y="1945613"/>
            <a:ext cx="2594089" cy="4912387"/>
          </a:xfrm>
          <a:custGeom>
            <a:avLst/>
            <a:gdLst>
              <a:gd name="connsiteX0" fmla="*/ 0 w 2594089"/>
              <a:gd name="connsiteY0" fmla="*/ 0 h 4912387"/>
              <a:gd name="connsiteX1" fmla="*/ 2161732 w 2594089"/>
              <a:gd name="connsiteY1" fmla="*/ 0 h 4912387"/>
              <a:gd name="connsiteX2" fmla="*/ 2594089 w 2594089"/>
              <a:gd name="connsiteY2" fmla="*/ 432357 h 4912387"/>
              <a:gd name="connsiteX3" fmla="*/ 2594089 w 2594089"/>
              <a:gd name="connsiteY3" fmla="*/ 4912387 h 4912387"/>
              <a:gd name="connsiteX4" fmla="*/ 0 w 2594089"/>
              <a:gd name="connsiteY4" fmla="*/ 4912387 h 49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4089" h="4912387">
                <a:moveTo>
                  <a:pt x="0" y="0"/>
                </a:moveTo>
                <a:lnTo>
                  <a:pt x="2161732" y="0"/>
                </a:lnTo>
                <a:lnTo>
                  <a:pt x="2594089" y="432357"/>
                </a:lnTo>
                <a:lnTo>
                  <a:pt x="2594089" y="4912387"/>
                </a:lnTo>
                <a:lnTo>
                  <a:pt x="0" y="4912387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FFFE16-927B-B54B-9898-B48750BB2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20140"/>
            <a:ext cx="2594089" cy="5737861"/>
          </a:xfrm>
          <a:custGeom>
            <a:avLst/>
            <a:gdLst>
              <a:gd name="connsiteX0" fmla="*/ 0 w 2594089"/>
              <a:gd name="connsiteY0" fmla="*/ 0 h 5737861"/>
              <a:gd name="connsiteX1" fmla="*/ 2161732 w 2594089"/>
              <a:gd name="connsiteY1" fmla="*/ 0 h 5737861"/>
              <a:gd name="connsiteX2" fmla="*/ 2594089 w 2594089"/>
              <a:gd name="connsiteY2" fmla="*/ 432357 h 5737861"/>
              <a:gd name="connsiteX3" fmla="*/ 2594089 w 2594089"/>
              <a:gd name="connsiteY3" fmla="*/ 5737861 h 5737861"/>
              <a:gd name="connsiteX4" fmla="*/ 0 w 2594089"/>
              <a:gd name="connsiteY4" fmla="*/ 5737861 h 573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4089" h="5737861">
                <a:moveTo>
                  <a:pt x="0" y="0"/>
                </a:moveTo>
                <a:lnTo>
                  <a:pt x="2161732" y="0"/>
                </a:lnTo>
                <a:lnTo>
                  <a:pt x="2594089" y="432357"/>
                </a:lnTo>
                <a:lnTo>
                  <a:pt x="2594089" y="5737861"/>
                </a:lnTo>
                <a:lnTo>
                  <a:pt x="0" y="5737861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4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050119-BD8B-854A-A602-A7EA397D5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54870" y="3397227"/>
            <a:ext cx="1861089" cy="2059693"/>
          </a:xfrm>
          <a:custGeom>
            <a:avLst/>
            <a:gdLst>
              <a:gd name="connsiteX0" fmla="*/ 310188 w 1861089"/>
              <a:gd name="connsiteY0" fmla="*/ 0 h 2059693"/>
              <a:gd name="connsiteX1" fmla="*/ 1861089 w 1861089"/>
              <a:gd name="connsiteY1" fmla="*/ 0 h 2059693"/>
              <a:gd name="connsiteX2" fmla="*/ 1861089 w 1861089"/>
              <a:gd name="connsiteY2" fmla="*/ 1749505 h 2059693"/>
              <a:gd name="connsiteX3" fmla="*/ 1550901 w 1861089"/>
              <a:gd name="connsiteY3" fmla="*/ 2059693 h 2059693"/>
              <a:gd name="connsiteX4" fmla="*/ 0 w 1861089"/>
              <a:gd name="connsiteY4" fmla="*/ 2059693 h 2059693"/>
              <a:gd name="connsiteX5" fmla="*/ 0 w 1861089"/>
              <a:gd name="connsiteY5" fmla="*/ 310188 h 2059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089" h="2059693">
                <a:moveTo>
                  <a:pt x="310188" y="0"/>
                </a:moveTo>
                <a:lnTo>
                  <a:pt x="1861089" y="0"/>
                </a:lnTo>
                <a:lnTo>
                  <a:pt x="1861089" y="1749505"/>
                </a:lnTo>
                <a:lnTo>
                  <a:pt x="1550901" y="2059693"/>
                </a:lnTo>
                <a:lnTo>
                  <a:pt x="0" y="2059693"/>
                </a:lnTo>
                <a:lnTo>
                  <a:pt x="0" y="31018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93B6287-393F-954E-A9D1-B2A60234D6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2080" y="699772"/>
            <a:ext cx="2285999" cy="2529947"/>
          </a:xfrm>
          <a:custGeom>
            <a:avLst/>
            <a:gdLst>
              <a:gd name="connsiteX0" fmla="*/ 381007 w 2285999"/>
              <a:gd name="connsiteY0" fmla="*/ 0 h 2529947"/>
              <a:gd name="connsiteX1" fmla="*/ 2285999 w 2285999"/>
              <a:gd name="connsiteY1" fmla="*/ 0 h 2529947"/>
              <a:gd name="connsiteX2" fmla="*/ 2285999 w 2285999"/>
              <a:gd name="connsiteY2" fmla="*/ 2148940 h 2529947"/>
              <a:gd name="connsiteX3" fmla="*/ 1904992 w 2285999"/>
              <a:gd name="connsiteY3" fmla="*/ 2529947 h 2529947"/>
              <a:gd name="connsiteX4" fmla="*/ 0 w 2285999"/>
              <a:gd name="connsiteY4" fmla="*/ 2529947 h 2529947"/>
              <a:gd name="connsiteX5" fmla="*/ 0 w 2285999"/>
              <a:gd name="connsiteY5" fmla="*/ 381007 h 252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5999" h="2529947">
                <a:moveTo>
                  <a:pt x="381007" y="0"/>
                </a:moveTo>
                <a:lnTo>
                  <a:pt x="2285999" y="0"/>
                </a:lnTo>
                <a:lnTo>
                  <a:pt x="2285999" y="2148940"/>
                </a:lnTo>
                <a:lnTo>
                  <a:pt x="1904992" y="2529947"/>
                </a:lnTo>
                <a:lnTo>
                  <a:pt x="0" y="2529947"/>
                </a:lnTo>
                <a:lnTo>
                  <a:pt x="0" y="381007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76F7CA-87A1-854B-9E31-BF5B8C49FA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3628282"/>
            <a:ext cx="2285999" cy="2529947"/>
          </a:xfrm>
          <a:custGeom>
            <a:avLst/>
            <a:gdLst>
              <a:gd name="connsiteX0" fmla="*/ 381007 w 2285999"/>
              <a:gd name="connsiteY0" fmla="*/ 0 h 2529947"/>
              <a:gd name="connsiteX1" fmla="*/ 2285999 w 2285999"/>
              <a:gd name="connsiteY1" fmla="*/ 0 h 2529947"/>
              <a:gd name="connsiteX2" fmla="*/ 2285999 w 2285999"/>
              <a:gd name="connsiteY2" fmla="*/ 2148940 h 2529947"/>
              <a:gd name="connsiteX3" fmla="*/ 1904992 w 2285999"/>
              <a:gd name="connsiteY3" fmla="*/ 2529947 h 2529947"/>
              <a:gd name="connsiteX4" fmla="*/ 0 w 2285999"/>
              <a:gd name="connsiteY4" fmla="*/ 2529947 h 2529947"/>
              <a:gd name="connsiteX5" fmla="*/ 0 w 2285999"/>
              <a:gd name="connsiteY5" fmla="*/ 381007 h 252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5999" h="2529947">
                <a:moveTo>
                  <a:pt x="381007" y="0"/>
                </a:moveTo>
                <a:lnTo>
                  <a:pt x="2285999" y="0"/>
                </a:lnTo>
                <a:lnTo>
                  <a:pt x="2285999" y="2148940"/>
                </a:lnTo>
                <a:lnTo>
                  <a:pt x="1904992" y="2529947"/>
                </a:lnTo>
                <a:lnTo>
                  <a:pt x="0" y="2529947"/>
                </a:lnTo>
                <a:lnTo>
                  <a:pt x="0" y="381007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10D75A1-8A7F-D249-969E-B145774A00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47480" y="1417915"/>
            <a:ext cx="1861089" cy="2059693"/>
          </a:xfrm>
          <a:custGeom>
            <a:avLst/>
            <a:gdLst>
              <a:gd name="connsiteX0" fmla="*/ 310188 w 1861089"/>
              <a:gd name="connsiteY0" fmla="*/ 0 h 2059693"/>
              <a:gd name="connsiteX1" fmla="*/ 1861089 w 1861089"/>
              <a:gd name="connsiteY1" fmla="*/ 0 h 2059693"/>
              <a:gd name="connsiteX2" fmla="*/ 1861089 w 1861089"/>
              <a:gd name="connsiteY2" fmla="*/ 1749505 h 2059693"/>
              <a:gd name="connsiteX3" fmla="*/ 1550901 w 1861089"/>
              <a:gd name="connsiteY3" fmla="*/ 2059693 h 2059693"/>
              <a:gd name="connsiteX4" fmla="*/ 0 w 1861089"/>
              <a:gd name="connsiteY4" fmla="*/ 2059693 h 2059693"/>
              <a:gd name="connsiteX5" fmla="*/ 0 w 1861089"/>
              <a:gd name="connsiteY5" fmla="*/ 310188 h 2059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089" h="2059693">
                <a:moveTo>
                  <a:pt x="310188" y="0"/>
                </a:moveTo>
                <a:lnTo>
                  <a:pt x="1861089" y="0"/>
                </a:lnTo>
                <a:lnTo>
                  <a:pt x="1861089" y="1749505"/>
                </a:lnTo>
                <a:lnTo>
                  <a:pt x="1550901" y="2059693"/>
                </a:lnTo>
                <a:lnTo>
                  <a:pt x="0" y="2059693"/>
                </a:lnTo>
                <a:lnTo>
                  <a:pt x="0" y="31018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2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005A42-ABCB-4C49-ABBE-F70900F346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432" y="2085258"/>
            <a:ext cx="3421513" cy="3421513"/>
          </a:xfrm>
          <a:custGeom>
            <a:avLst/>
            <a:gdLst>
              <a:gd name="connsiteX0" fmla="*/ 0 w 3421513"/>
              <a:gd name="connsiteY0" fmla="*/ 0 h 3421513"/>
              <a:gd name="connsiteX1" fmla="*/ 2851249 w 3421513"/>
              <a:gd name="connsiteY1" fmla="*/ 0 h 3421513"/>
              <a:gd name="connsiteX2" fmla="*/ 3421513 w 3421513"/>
              <a:gd name="connsiteY2" fmla="*/ 570264 h 3421513"/>
              <a:gd name="connsiteX3" fmla="*/ 3421513 w 3421513"/>
              <a:gd name="connsiteY3" fmla="*/ 3421513 h 3421513"/>
              <a:gd name="connsiteX4" fmla="*/ 570264 w 3421513"/>
              <a:gd name="connsiteY4" fmla="*/ 3421513 h 3421513"/>
              <a:gd name="connsiteX5" fmla="*/ 0 w 3421513"/>
              <a:gd name="connsiteY5" fmla="*/ 2851249 h 342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1513" h="3421513">
                <a:moveTo>
                  <a:pt x="0" y="0"/>
                </a:moveTo>
                <a:lnTo>
                  <a:pt x="2851249" y="0"/>
                </a:lnTo>
                <a:lnTo>
                  <a:pt x="3421513" y="570264"/>
                </a:lnTo>
                <a:lnTo>
                  <a:pt x="3421513" y="3421513"/>
                </a:lnTo>
                <a:lnTo>
                  <a:pt x="570264" y="3421513"/>
                </a:lnTo>
                <a:lnTo>
                  <a:pt x="0" y="2851249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0A037C-ED8C-9E49-92E8-49BB54F58E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3803" y="2085258"/>
            <a:ext cx="3421513" cy="3421513"/>
          </a:xfrm>
          <a:custGeom>
            <a:avLst/>
            <a:gdLst>
              <a:gd name="connsiteX0" fmla="*/ 0 w 3421513"/>
              <a:gd name="connsiteY0" fmla="*/ 0 h 3421513"/>
              <a:gd name="connsiteX1" fmla="*/ 2851249 w 3421513"/>
              <a:gd name="connsiteY1" fmla="*/ 0 h 3421513"/>
              <a:gd name="connsiteX2" fmla="*/ 3421513 w 3421513"/>
              <a:gd name="connsiteY2" fmla="*/ 570264 h 3421513"/>
              <a:gd name="connsiteX3" fmla="*/ 3421513 w 3421513"/>
              <a:gd name="connsiteY3" fmla="*/ 3421513 h 3421513"/>
              <a:gd name="connsiteX4" fmla="*/ 570264 w 3421513"/>
              <a:gd name="connsiteY4" fmla="*/ 3421513 h 3421513"/>
              <a:gd name="connsiteX5" fmla="*/ 0 w 3421513"/>
              <a:gd name="connsiteY5" fmla="*/ 2851249 h 342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1513" h="3421513">
                <a:moveTo>
                  <a:pt x="0" y="0"/>
                </a:moveTo>
                <a:lnTo>
                  <a:pt x="2851249" y="0"/>
                </a:lnTo>
                <a:lnTo>
                  <a:pt x="3421513" y="570264"/>
                </a:lnTo>
                <a:lnTo>
                  <a:pt x="3421513" y="3421513"/>
                </a:lnTo>
                <a:lnTo>
                  <a:pt x="570264" y="3421513"/>
                </a:lnTo>
                <a:lnTo>
                  <a:pt x="0" y="2851249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2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B94ECE2-F211-D346-880B-6798D082C5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27123" y="3610124"/>
            <a:ext cx="2305052" cy="2091178"/>
          </a:xfrm>
          <a:custGeom>
            <a:avLst/>
            <a:gdLst>
              <a:gd name="connsiteX0" fmla="*/ 0 w 2305052"/>
              <a:gd name="connsiteY0" fmla="*/ 0 h 2091178"/>
              <a:gd name="connsiteX1" fmla="*/ 1956515 w 2305052"/>
              <a:gd name="connsiteY1" fmla="*/ 0 h 2091178"/>
              <a:gd name="connsiteX2" fmla="*/ 2305052 w 2305052"/>
              <a:gd name="connsiteY2" fmla="*/ 348537 h 2091178"/>
              <a:gd name="connsiteX3" fmla="*/ 2305052 w 2305052"/>
              <a:gd name="connsiteY3" fmla="*/ 2091178 h 2091178"/>
              <a:gd name="connsiteX4" fmla="*/ 0 w 2305052"/>
              <a:gd name="connsiteY4" fmla="*/ 2091178 h 209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052" h="2091178">
                <a:moveTo>
                  <a:pt x="0" y="0"/>
                </a:moveTo>
                <a:lnTo>
                  <a:pt x="1956515" y="0"/>
                </a:lnTo>
                <a:lnTo>
                  <a:pt x="2305052" y="348537"/>
                </a:lnTo>
                <a:lnTo>
                  <a:pt x="2305052" y="2091178"/>
                </a:lnTo>
                <a:lnTo>
                  <a:pt x="0" y="209117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6A0F6EC-3528-E54E-8873-848C75CBB4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4853" y="3610124"/>
            <a:ext cx="2305052" cy="2091178"/>
          </a:xfrm>
          <a:custGeom>
            <a:avLst/>
            <a:gdLst>
              <a:gd name="connsiteX0" fmla="*/ 0 w 2305052"/>
              <a:gd name="connsiteY0" fmla="*/ 0 h 2091178"/>
              <a:gd name="connsiteX1" fmla="*/ 1956515 w 2305052"/>
              <a:gd name="connsiteY1" fmla="*/ 0 h 2091178"/>
              <a:gd name="connsiteX2" fmla="*/ 2305052 w 2305052"/>
              <a:gd name="connsiteY2" fmla="*/ 348537 h 2091178"/>
              <a:gd name="connsiteX3" fmla="*/ 2305052 w 2305052"/>
              <a:gd name="connsiteY3" fmla="*/ 2091178 h 2091178"/>
              <a:gd name="connsiteX4" fmla="*/ 0 w 2305052"/>
              <a:gd name="connsiteY4" fmla="*/ 2091178 h 209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052" h="2091178">
                <a:moveTo>
                  <a:pt x="0" y="0"/>
                </a:moveTo>
                <a:lnTo>
                  <a:pt x="1956515" y="0"/>
                </a:lnTo>
                <a:lnTo>
                  <a:pt x="2305052" y="348537"/>
                </a:lnTo>
                <a:lnTo>
                  <a:pt x="2305052" y="2091178"/>
                </a:lnTo>
                <a:lnTo>
                  <a:pt x="0" y="209117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F0E76C-0FF3-7A4C-AA71-276D50735E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27123" y="398838"/>
            <a:ext cx="2305052" cy="2091178"/>
          </a:xfrm>
          <a:custGeom>
            <a:avLst/>
            <a:gdLst>
              <a:gd name="connsiteX0" fmla="*/ 0 w 2305052"/>
              <a:gd name="connsiteY0" fmla="*/ 0 h 2091178"/>
              <a:gd name="connsiteX1" fmla="*/ 1956515 w 2305052"/>
              <a:gd name="connsiteY1" fmla="*/ 0 h 2091178"/>
              <a:gd name="connsiteX2" fmla="*/ 2305052 w 2305052"/>
              <a:gd name="connsiteY2" fmla="*/ 348537 h 2091178"/>
              <a:gd name="connsiteX3" fmla="*/ 2305052 w 2305052"/>
              <a:gd name="connsiteY3" fmla="*/ 2091178 h 2091178"/>
              <a:gd name="connsiteX4" fmla="*/ 0 w 2305052"/>
              <a:gd name="connsiteY4" fmla="*/ 2091178 h 209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052" h="2091178">
                <a:moveTo>
                  <a:pt x="0" y="0"/>
                </a:moveTo>
                <a:lnTo>
                  <a:pt x="1956515" y="0"/>
                </a:lnTo>
                <a:lnTo>
                  <a:pt x="2305052" y="348537"/>
                </a:lnTo>
                <a:lnTo>
                  <a:pt x="2305052" y="2091178"/>
                </a:lnTo>
                <a:lnTo>
                  <a:pt x="0" y="209117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300F93D-BB3D-3B4F-8D32-9A23CB73DF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14853" y="398838"/>
            <a:ext cx="2305052" cy="2091178"/>
          </a:xfrm>
          <a:custGeom>
            <a:avLst/>
            <a:gdLst>
              <a:gd name="connsiteX0" fmla="*/ 0 w 2305052"/>
              <a:gd name="connsiteY0" fmla="*/ 0 h 2091178"/>
              <a:gd name="connsiteX1" fmla="*/ 1956515 w 2305052"/>
              <a:gd name="connsiteY1" fmla="*/ 0 h 2091178"/>
              <a:gd name="connsiteX2" fmla="*/ 2305052 w 2305052"/>
              <a:gd name="connsiteY2" fmla="*/ 348537 h 2091178"/>
              <a:gd name="connsiteX3" fmla="*/ 2305052 w 2305052"/>
              <a:gd name="connsiteY3" fmla="*/ 2091178 h 2091178"/>
              <a:gd name="connsiteX4" fmla="*/ 0 w 2305052"/>
              <a:gd name="connsiteY4" fmla="*/ 2091178 h 209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052" h="2091178">
                <a:moveTo>
                  <a:pt x="0" y="0"/>
                </a:moveTo>
                <a:lnTo>
                  <a:pt x="1956515" y="0"/>
                </a:lnTo>
                <a:lnTo>
                  <a:pt x="2305052" y="348537"/>
                </a:lnTo>
                <a:lnTo>
                  <a:pt x="2305052" y="2091178"/>
                </a:lnTo>
                <a:lnTo>
                  <a:pt x="0" y="209117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42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9716781-04DA-AE49-B925-613CC618CA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39836" y="2707513"/>
            <a:ext cx="2743200" cy="27432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10B4CF-0EFD-4641-AD1D-3C945A13C8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52500" y="2707513"/>
            <a:ext cx="2743200" cy="27432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27DC89-3E69-E04B-BE1B-7C53188BC1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7172" y="2711996"/>
            <a:ext cx="2743200" cy="27432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13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27DC89-3E69-E04B-BE1B-7C53188BC1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794" y="892098"/>
            <a:ext cx="4361680" cy="5965902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4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3FFF29-21AE-8B48-9E80-95562669F5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19802" y="1611911"/>
            <a:ext cx="4835733" cy="5246089"/>
          </a:xfrm>
          <a:custGeom>
            <a:avLst/>
            <a:gdLst>
              <a:gd name="connsiteX0" fmla="*/ 0 w 4835733"/>
              <a:gd name="connsiteY0" fmla="*/ 0 h 5246089"/>
              <a:gd name="connsiteX1" fmla="*/ 4835733 w 4835733"/>
              <a:gd name="connsiteY1" fmla="*/ 0 h 5246089"/>
              <a:gd name="connsiteX2" fmla="*/ 4835733 w 4835733"/>
              <a:gd name="connsiteY2" fmla="*/ 5246089 h 5246089"/>
              <a:gd name="connsiteX3" fmla="*/ 0 w 4835733"/>
              <a:gd name="connsiteY3" fmla="*/ 5246089 h 52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5733" h="5246089">
                <a:moveTo>
                  <a:pt x="0" y="0"/>
                </a:moveTo>
                <a:lnTo>
                  <a:pt x="4835733" y="0"/>
                </a:lnTo>
                <a:lnTo>
                  <a:pt x="4835733" y="5246089"/>
                </a:lnTo>
                <a:lnTo>
                  <a:pt x="0" y="5246089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75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C38C6D-2E76-2345-92BA-5F805D6C51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6404" y="839972"/>
            <a:ext cx="4268973" cy="6018027"/>
          </a:xfrm>
          <a:custGeom>
            <a:avLst/>
            <a:gdLst>
              <a:gd name="connsiteX0" fmla="*/ 0 w 4268973"/>
              <a:gd name="connsiteY0" fmla="*/ 0 h 6018027"/>
              <a:gd name="connsiteX1" fmla="*/ 3557463 w 4268973"/>
              <a:gd name="connsiteY1" fmla="*/ 0 h 6018027"/>
              <a:gd name="connsiteX2" fmla="*/ 4268973 w 4268973"/>
              <a:gd name="connsiteY2" fmla="*/ 711510 h 6018027"/>
              <a:gd name="connsiteX3" fmla="*/ 4268973 w 4268973"/>
              <a:gd name="connsiteY3" fmla="*/ 6018027 h 6018027"/>
              <a:gd name="connsiteX4" fmla="*/ 711510 w 4268973"/>
              <a:gd name="connsiteY4" fmla="*/ 6018027 h 6018027"/>
              <a:gd name="connsiteX5" fmla="*/ 0 w 4268973"/>
              <a:gd name="connsiteY5" fmla="*/ 5306517 h 601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8973" h="6018027">
                <a:moveTo>
                  <a:pt x="0" y="0"/>
                </a:moveTo>
                <a:lnTo>
                  <a:pt x="3557463" y="0"/>
                </a:lnTo>
                <a:lnTo>
                  <a:pt x="4268973" y="711510"/>
                </a:lnTo>
                <a:lnTo>
                  <a:pt x="4268973" y="6018027"/>
                </a:lnTo>
                <a:lnTo>
                  <a:pt x="711510" y="6018027"/>
                </a:lnTo>
                <a:lnTo>
                  <a:pt x="0" y="5306517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6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420152-A312-4246-97B8-90099BC01D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82480" y="734188"/>
            <a:ext cx="9027041" cy="3237921"/>
          </a:xfrm>
          <a:custGeom>
            <a:avLst/>
            <a:gdLst>
              <a:gd name="connsiteX0" fmla="*/ 0 w 9027041"/>
              <a:gd name="connsiteY0" fmla="*/ 0 h 3237921"/>
              <a:gd name="connsiteX1" fmla="*/ 9027041 w 9027041"/>
              <a:gd name="connsiteY1" fmla="*/ 0 h 3237921"/>
              <a:gd name="connsiteX2" fmla="*/ 9027041 w 9027041"/>
              <a:gd name="connsiteY2" fmla="*/ 3237921 h 3237921"/>
              <a:gd name="connsiteX3" fmla="*/ 0 w 9027041"/>
              <a:gd name="connsiteY3" fmla="*/ 3237921 h 3237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27041" h="3237921">
                <a:moveTo>
                  <a:pt x="0" y="0"/>
                </a:moveTo>
                <a:lnTo>
                  <a:pt x="9027041" y="0"/>
                </a:lnTo>
                <a:lnTo>
                  <a:pt x="9027041" y="3237921"/>
                </a:lnTo>
                <a:lnTo>
                  <a:pt x="0" y="3237921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82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AC87E9-2895-D24D-BCA8-FE80DF757A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38320" y="0"/>
            <a:ext cx="3623203" cy="6858000"/>
          </a:xfrm>
          <a:custGeom>
            <a:avLst/>
            <a:gdLst>
              <a:gd name="connsiteX0" fmla="*/ 0 w 3623203"/>
              <a:gd name="connsiteY0" fmla="*/ 0 h 6858000"/>
              <a:gd name="connsiteX1" fmla="*/ 3623203 w 3623203"/>
              <a:gd name="connsiteY1" fmla="*/ 0 h 6858000"/>
              <a:gd name="connsiteX2" fmla="*/ 3623203 w 3623203"/>
              <a:gd name="connsiteY2" fmla="*/ 6858000 h 6858000"/>
              <a:gd name="connsiteX3" fmla="*/ 0 w 362320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3203" h="6858000">
                <a:moveTo>
                  <a:pt x="0" y="0"/>
                </a:moveTo>
                <a:lnTo>
                  <a:pt x="3623203" y="0"/>
                </a:lnTo>
                <a:lnTo>
                  <a:pt x="3623203" y="6858000"/>
                </a:lnTo>
                <a:lnTo>
                  <a:pt x="0" y="6858000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19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BBC90C-478F-0946-A254-30A37F4A5F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1449" y="1169276"/>
            <a:ext cx="3100552" cy="4519448"/>
          </a:xfrm>
          <a:custGeom>
            <a:avLst/>
            <a:gdLst>
              <a:gd name="connsiteX0" fmla="*/ 0 w 3100552"/>
              <a:gd name="connsiteY0" fmla="*/ 0 h 4519448"/>
              <a:gd name="connsiteX1" fmla="*/ 3100552 w 3100552"/>
              <a:gd name="connsiteY1" fmla="*/ 0 h 4519448"/>
              <a:gd name="connsiteX2" fmla="*/ 3100552 w 3100552"/>
              <a:gd name="connsiteY2" fmla="*/ 4519448 h 4519448"/>
              <a:gd name="connsiteX3" fmla="*/ 0 w 3100552"/>
              <a:gd name="connsiteY3" fmla="*/ 4519448 h 451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552" h="4519448">
                <a:moveTo>
                  <a:pt x="0" y="0"/>
                </a:moveTo>
                <a:lnTo>
                  <a:pt x="3100552" y="0"/>
                </a:lnTo>
                <a:lnTo>
                  <a:pt x="3100552" y="4519448"/>
                </a:lnTo>
                <a:lnTo>
                  <a:pt x="0" y="451944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5CF858-A321-414F-9018-B5CEFFC8BC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6910" y="1169276"/>
            <a:ext cx="3426373" cy="4519448"/>
          </a:xfrm>
          <a:custGeom>
            <a:avLst/>
            <a:gdLst>
              <a:gd name="connsiteX0" fmla="*/ 0 w 3426373"/>
              <a:gd name="connsiteY0" fmla="*/ 0 h 4519448"/>
              <a:gd name="connsiteX1" fmla="*/ 3426373 w 3426373"/>
              <a:gd name="connsiteY1" fmla="*/ 0 h 4519448"/>
              <a:gd name="connsiteX2" fmla="*/ 3426373 w 3426373"/>
              <a:gd name="connsiteY2" fmla="*/ 4519448 h 4519448"/>
              <a:gd name="connsiteX3" fmla="*/ 0 w 3426373"/>
              <a:gd name="connsiteY3" fmla="*/ 4519448 h 451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6373" h="4519448">
                <a:moveTo>
                  <a:pt x="0" y="0"/>
                </a:moveTo>
                <a:lnTo>
                  <a:pt x="3426373" y="0"/>
                </a:lnTo>
                <a:lnTo>
                  <a:pt x="3426373" y="4519448"/>
                </a:lnTo>
                <a:lnTo>
                  <a:pt x="0" y="451944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CAE3A0-9080-4149-BD93-0028DE63B2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169276"/>
            <a:ext cx="5328745" cy="4519448"/>
          </a:xfrm>
          <a:custGeom>
            <a:avLst/>
            <a:gdLst>
              <a:gd name="connsiteX0" fmla="*/ 0 w 5328745"/>
              <a:gd name="connsiteY0" fmla="*/ 0 h 4519448"/>
              <a:gd name="connsiteX1" fmla="*/ 5328745 w 5328745"/>
              <a:gd name="connsiteY1" fmla="*/ 0 h 4519448"/>
              <a:gd name="connsiteX2" fmla="*/ 5328745 w 5328745"/>
              <a:gd name="connsiteY2" fmla="*/ 4519448 h 4519448"/>
              <a:gd name="connsiteX3" fmla="*/ 0 w 5328745"/>
              <a:gd name="connsiteY3" fmla="*/ 4519448 h 451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8745" h="4519448">
                <a:moveTo>
                  <a:pt x="0" y="0"/>
                </a:moveTo>
                <a:lnTo>
                  <a:pt x="5328745" y="0"/>
                </a:lnTo>
                <a:lnTo>
                  <a:pt x="5328745" y="4519448"/>
                </a:lnTo>
                <a:lnTo>
                  <a:pt x="0" y="4519448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705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A39E2E1-E4EC-374C-96BD-865F15BDD1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2135" y="1"/>
            <a:ext cx="2911366" cy="5293895"/>
          </a:xfrm>
          <a:custGeom>
            <a:avLst/>
            <a:gdLst>
              <a:gd name="connsiteX0" fmla="*/ 0 w 2911366"/>
              <a:gd name="connsiteY0" fmla="*/ 0 h 5293895"/>
              <a:gd name="connsiteX1" fmla="*/ 2911366 w 2911366"/>
              <a:gd name="connsiteY1" fmla="*/ 0 h 5293895"/>
              <a:gd name="connsiteX2" fmla="*/ 2911366 w 2911366"/>
              <a:gd name="connsiteY2" fmla="*/ 5293895 h 5293895"/>
              <a:gd name="connsiteX3" fmla="*/ 0 w 2911366"/>
              <a:gd name="connsiteY3" fmla="*/ 5293895 h 5293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1366" h="5293895">
                <a:moveTo>
                  <a:pt x="0" y="0"/>
                </a:moveTo>
                <a:lnTo>
                  <a:pt x="2911366" y="0"/>
                </a:lnTo>
                <a:lnTo>
                  <a:pt x="2911366" y="5293895"/>
                </a:lnTo>
                <a:lnTo>
                  <a:pt x="0" y="5293895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8439D07-7F68-5044-8574-6B347853F7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6455" y="1"/>
            <a:ext cx="2911366" cy="5293895"/>
          </a:xfrm>
          <a:custGeom>
            <a:avLst/>
            <a:gdLst>
              <a:gd name="connsiteX0" fmla="*/ 0 w 2911366"/>
              <a:gd name="connsiteY0" fmla="*/ 0 h 5293895"/>
              <a:gd name="connsiteX1" fmla="*/ 2911366 w 2911366"/>
              <a:gd name="connsiteY1" fmla="*/ 0 h 5293895"/>
              <a:gd name="connsiteX2" fmla="*/ 2911366 w 2911366"/>
              <a:gd name="connsiteY2" fmla="*/ 5293895 h 5293895"/>
              <a:gd name="connsiteX3" fmla="*/ 0 w 2911366"/>
              <a:gd name="connsiteY3" fmla="*/ 5293895 h 5293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1366" h="5293895">
                <a:moveTo>
                  <a:pt x="0" y="0"/>
                </a:moveTo>
                <a:lnTo>
                  <a:pt x="2911366" y="0"/>
                </a:lnTo>
                <a:lnTo>
                  <a:pt x="2911366" y="5293895"/>
                </a:lnTo>
                <a:lnTo>
                  <a:pt x="0" y="5293895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E1E8BF-F501-8B42-92A9-F9ABDD62FD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02604" y="1"/>
            <a:ext cx="2911366" cy="5293895"/>
          </a:xfrm>
          <a:custGeom>
            <a:avLst/>
            <a:gdLst>
              <a:gd name="connsiteX0" fmla="*/ 0 w 2911366"/>
              <a:gd name="connsiteY0" fmla="*/ 0 h 5293895"/>
              <a:gd name="connsiteX1" fmla="*/ 2911366 w 2911366"/>
              <a:gd name="connsiteY1" fmla="*/ 0 h 5293895"/>
              <a:gd name="connsiteX2" fmla="*/ 2911366 w 2911366"/>
              <a:gd name="connsiteY2" fmla="*/ 5293895 h 5293895"/>
              <a:gd name="connsiteX3" fmla="*/ 0 w 2911366"/>
              <a:gd name="connsiteY3" fmla="*/ 5293895 h 5293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1366" h="5293895">
                <a:moveTo>
                  <a:pt x="0" y="0"/>
                </a:moveTo>
                <a:lnTo>
                  <a:pt x="2911366" y="0"/>
                </a:lnTo>
                <a:lnTo>
                  <a:pt x="2911366" y="5293895"/>
                </a:lnTo>
                <a:lnTo>
                  <a:pt x="0" y="5293895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7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A0EEC78-23E5-7A45-9C21-5D51D3971C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890297"/>
            <a:ext cx="4397826" cy="5077406"/>
          </a:xfrm>
          <a:custGeom>
            <a:avLst/>
            <a:gdLst>
              <a:gd name="connsiteX0" fmla="*/ 0 w 4397826"/>
              <a:gd name="connsiteY0" fmla="*/ 0 h 5077406"/>
              <a:gd name="connsiteX1" fmla="*/ 4397826 w 4397826"/>
              <a:gd name="connsiteY1" fmla="*/ 0 h 5077406"/>
              <a:gd name="connsiteX2" fmla="*/ 4397826 w 4397826"/>
              <a:gd name="connsiteY2" fmla="*/ 5077406 h 5077406"/>
              <a:gd name="connsiteX3" fmla="*/ 0 w 4397826"/>
              <a:gd name="connsiteY3" fmla="*/ 5077406 h 5077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7826" h="5077406">
                <a:moveTo>
                  <a:pt x="0" y="0"/>
                </a:moveTo>
                <a:lnTo>
                  <a:pt x="4397826" y="0"/>
                </a:lnTo>
                <a:lnTo>
                  <a:pt x="4397826" y="5077406"/>
                </a:lnTo>
                <a:lnTo>
                  <a:pt x="0" y="5077406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0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F70A8F-AEDE-1845-9883-06277D83A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775010"/>
            <a:ext cx="3445726" cy="5307981"/>
          </a:xfrm>
          <a:custGeom>
            <a:avLst/>
            <a:gdLst>
              <a:gd name="connsiteX0" fmla="*/ 0 w 3445726"/>
              <a:gd name="connsiteY0" fmla="*/ 0 h 5307981"/>
              <a:gd name="connsiteX1" fmla="*/ 3445726 w 3445726"/>
              <a:gd name="connsiteY1" fmla="*/ 0 h 5307981"/>
              <a:gd name="connsiteX2" fmla="*/ 3445726 w 3445726"/>
              <a:gd name="connsiteY2" fmla="*/ 5307981 h 5307981"/>
              <a:gd name="connsiteX3" fmla="*/ 0 w 3445726"/>
              <a:gd name="connsiteY3" fmla="*/ 5307981 h 5307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5726" h="5307981">
                <a:moveTo>
                  <a:pt x="0" y="0"/>
                </a:moveTo>
                <a:lnTo>
                  <a:pt x="3445726" y="0"/>
                </a:lnTo>
                <a:lnTo>
                  <a:pt x="3445726" y="5307981"/>
                </a:lnTo>
                <a:lnTo>
                  <a:pt x="0" y="5307981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04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3876807-3D60-CE4D-AD80-C6F644A9B6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063" y="1203767"/>
            <a:ext cx="5386982" cy="4156024"/>
          </a:xfrm>
          <a:custGeom>
            <a:avLst/>
            <a:gdLst>
              <a:gd name="connsiteX0" fmla="*/ 0 w 5386982"/>
              <a:gd name="connsiteY0" fmla="*/ 0 h 4156024"/>
              <a:gd name="connsiteX1" fmla="*/ 5386982 w 5386982"/>
              <a:gd name="connsiteY1" fmla="*/ 0 h 4156024"/>
              <a:gd name="connsiteX2" fmla="*/ 5386982 w 5386982"/>
              <a:gd name="connsiteY2" fmla="*/ 4156024 h 4156024"/>
              <a:gd name="connsiteX3" fmla="*/ 0 w 5386982"/>
              <a:gd name="connsiteY3" fmla="*/ 4156024 h 41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6982" h="4156024">
                <a:moveTo>
                  <a:pt x="0" y="0"/>
                </a:moveTo>
                <a:lnTo>
                  <a:pt x="5386982" y="0"/>
                </a:lnTo>
                <a:lnTo>
                  <a:pt x="5386982" y="4156024"/>
                </a:lnTo>
                <a:lnTo>
                  <a:pt x="0" y="4156024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8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EEF89A-C1C6-884D-ACB9-44F04A04F5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1904" y="2783904"/>
            <a:ext cx="5822066" cy="2916820"/>
          </a:xfrm>
          <a:custGeom>
            <a:avLst/>
            <a:gdLst>
              <a:gd name="connsiteX0" fmla="*/ 185218 w 5822066"/>
              <a:gd name="connsiteY0" fmla="*/ 0 h 2916820"/>
              <a:gd name="connsiteX1" fmla="*/ 5636848 w 5822066"/>
              <a:gd name="connsiteY1" fmla="*/ 0 h 2916820"/>
              <a:gd name="connsiteX2" fmla="*/ 5822066 w 5822066"/>
              <a:gd name="connsiteY2" fmla="*/ 185218 h 2916820"/>
              <a:gd name="connsiteX3" fmla="*/ 5822066 w 5822066"/>
              <a:gd name="connsiteY3" fmla="*/ 2731602 h 2916820"/>
              <a:gd name="connsiteX4" fmla="*/ 5636848 w 5822066"/>
              <a:gd name="connsiteY4" fmla="*/ 2916820 h 2916820"/>
              <a:gd name="connsiteX5" fmla="*/ 185218 w 5822066"/>
              <a:gd name="connsiteY5" fmla="*/ 2916820 h 2916820"/>
              <a:gd name="connsiteX6" fmla="*/ 0 w 5822066"/>
              <a:gd name="connsiteY6" fmla="*/ 2731602 h 2916820"/>
              <a:gd name="connsiteX7" fmla="*/ 0 w 5822066"/>
              <a:gd name="connsiteY7" fmla="*/ 185218 h 2916820"/>
              <a:gd name="connsiteX8" fmla="*/ 185218 w 5822066"/>
              <a:gd name="connsiteY8" fmla="*/ 0 h 2916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22066" h="2916820">
                <a:moveTo>
                  <a:pt x="185218" y="0"/>
                </a:moveTo>
                <a:lnTo>
                  <a:pt x="5636848" y="0"/>
                </a:lnTo>
                <a:cubicBezTo>
                  <a:pt x="5739141" y="0"/>
                  <a:pt x="5822066" y="82925"/>
                  <a:pt x="5822066" y="185218"/>
                </a:cubicBezTo>
                <a:lnTo>
                  <a:pt x="5822066" y="2731602"/>
                </a:lnTo>
                <a:cubicBezTo>
                  <a:pt x="5822066" y="2833895"/>
                  <a:pt x="5739141" y="2916820"/>
                  <a:pt x="5636848" y="2916820"/>
                </a:cubicBezTo>
                <a:lnTo>
                  <a:pt x="185218" y="2916820"/>
                </a:lnTo>
                <a:cubicBezTo>
                  <a:pt x="82925" y="2916820"/>
                  <a:pt x="0" y="2833895"/>
                  <a:pt x="0" y="2731602"/>
                </a:cubicBezTo>
                <a:lnTo>
                  <a:pt x="0" y="185218"/>
                </a:lnTo>
                <a:cubicBezTo>
                  <a:pt x="0" y="82925"/>
                  <a:pt x="82925" y="0"/>
                  <a:pt x="185218" y="0"/>
                </a:cubicBez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3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7F3270-0718-A84B-A7F1-104CCD9B52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95148" y="0"/>
            <a:ext cx="4402238" cy="5379334"/>
          </a:xfrm>
          <a:custGeom>
            <a:avLst/>
            <a:gdLst>
              <a:gd name="connsiteX0" fmla="*/ 0 w 4402238"/>
              <a:gd name="connsiteY0" fmla="*/ 0 h 5379334"/>
              <a:gd name="connsiteX1" fmla="*/ 4402238 w 4402238"/>
              <a:gd name="connsiteY1" fmla="*/ 0 h 5379334"/>
              <a:gd name="connsiteX2" fmla="*/ 4402238 w 4402238"/>
              <a:gd name="connsiteY2" fmla="*/ 5379334 h 5379334"/>
              <a:gd name="connsiteX3" fmla="*/ 0 w 4402238"/>
              <a:gd name="connsiteY3" fmla="*/ 5379334 h 5379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2238" h="5379334">
                <a:moveTo>
                  <a:pt x="0" y="0"/>
                </a:moveTo>
                <a:lnTo>
                  <a:pt x="4402238" y="0"/>
                </a:lnTo>
                <a:lnTo>
                  <a:pt x="4402238" y="5379334"/>
                </a:lnTo>
                <a:lnTo>
                  <a:pt x="0" y="5379334"/>
                </a:lnTo>
                <a:close/>
              </a:path>
            </a:pathLst>
          </a:custGeom>
          <a:pattFill prst="pct2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4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3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11E3E5-9D21-B74F-8E93-F214AEE2A6BB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5E51991-178D-F446-86F0-81BA9F6562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095D1AA-7D34-604E-8027-0D31553AC567}"/>
              </a:ext>
            </a:extLst>
          </p:cNvPr>
          <p:cNvSpPr/>
          <p:nvPr/>
        </p:nvSpPr>
        <p:spPr>
          <a:xfrm rot="19418739">
            <a:off x="1154735" y="2709595"/>
            <a:ext cx="12811600" cy="3608732"/>
          </a:xfrm>
          <a:custGeom>
            <a:avLst/>
            <a:gdLst>
              <a:gd name="connsiteX0" fmla="*/ 12811600 w 12811600"/>
              <a:gd name="connsiteY0" fmla="*/ 914401 h 3608732"/>
              <a:gd name="connsiteX1" fmla="*/ 10828479 w 12811600"/>
              <a:gd name="connsiteY1" fmla="*/ 3608732 h 3608732"/>
              <a:gd name="connsiteX2" fmla="*/ 4902939 w 12811600"/>
              <a:gd name="connsiteY2" fmla="*/ 3608732 h 3608732"/>
              <a:gd name="connsiteX3" fmla="*/ 0 w 12811600"/>
              <a:gd name="connsiteY3" fmla="*/ 0 h 3608732"/>
              <a:gd name="connsiteX4" fmla="*/ 11569267 w 12811600"/>
              <a:gd name="connsiteY4" fmla="*/ 1 h 360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1600" h="3608732">
                <a:moveTo>
                  <a:pt x="12811600" y="914401"/>
                </a:moveTo>
                <a:lnTo>
                  <a:pt x="10828479" y="3608732"/>
                </a:lnTo>
                <a:lnTo>
                  <a:pt x="4902939" y="3608732"/>
                </a:lnTo>
                <a:lnTo>
                  <a:pt x="0" y="0"/>
                </a:lnTo>
                <a:lnTo>
                  <a:pt x="11569267" y="1"/>
                </a:lnTo>
                <a:close/>
              </a:path>
            </a:pathLst>
          </a:custGeom>
          <a:gradFill flip="none" rotWithShape="1">
            <a:gsLst>
              <a:gs pos="96000">
                <a:schemeClr val="accent3">
                  <a:alpha val="20518"/>
                </a:schemeClr>
              </a:gs>
              <a:gs pos="0">
                <a:schemeClr val="accent1"/>
              </a:gs>
            </a:gsLst>
            <a:lin ang="10800000" scaled="1"/>
            <a:tileRect/>
          </a:gradFill>
          <a:ln>
            <a:noFill/>
          </a:ln>
          <a:effectLst>
            <a:glow>
              <a:schemeClr val="accent4"/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FCA52-6A79-7B41-AF47-9399E7FAE5B8}"/>
              </a:ext>
            </a:extLst>
          </p:cNvPr>
          <p:cNvSpPr txBox="1"/>
          <p:nvPr/>
        </p:nvSpPr>
        <p:spPr>
          <a:xfrm>
            <a:off x="1804416" y="2350721"/>
            <a:ext cx="6500000" cy="186204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itchFamily="2" charset="77"/>
              </a:rPr>
              <a:t>{{TITLE}}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8A25F-BC3A-8A48-942A-0820DB80D138}"/>
              </a:ext>
            </a:extLst>
          </p:cNvPr>
          <p:cNvSpPr txBox="1"/>
          <p:nvPr/>
        </p:nvSpPr>
        <p:spPr>
          <a:xfrm>
            <a:off x="1804416" y="4043492"/>
            <a:ext cx="65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Medium" pitchFamily="2" charset="77"/>
              </a:rPr>
              <a:t>{{SUBTITLE}}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AA74C1C-498F-4646-9434-988B760DA859}"/>
              </a:ext>
            </a:extLst>
          </p:cNvPr>
          <p:cNvSpPr/>
          <p:nvPr/>
        </p:nvSpPr>
        <p:spPr>
          <a:xfrm>
            <a:off x="1331930" y="1007823"/>
            <a:ext cx="379352" cy="379352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105E0468-D373-F647-A5D1-3560007549FC}"/>
              </a:ext>
            </a:extLst>
          </p:cNvPr>
          <p:cNvSpPr/>
          <p:nvPr/>
        </p:nvSpPr>
        <p:spPr>
          <a:xfrm flipH="1">
            <a:off x="7435515" y="3200400"/>
            <a:ext cx="4756483" cy="3657598"/>
          </a:xfrm>
          <a:prstGeom prst="rtTriangle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>
                <a:alpha val="21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01CE411-B225-E940-A18B-12A6A941BC50}"/>
              </a:ext>
            </a:extLst>
          </p:cNvPr>
          <p:cNvSpPr/>
          <p:nvPr/>
        </p:nvSpPr>
        <p:spPr>
          <a:xfrm rot="5400000">
            <a:off x="11621631" y="1640863"/>
            <a:ext cx="1140738" cy="1140738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AA19AE23-8E35-8A42-B6EA-CB67BE886C65}"/>
              </a:ext>
            </a:extLst>
          </p:cNvPr>
          <p:cNvSpPr/>
          <p:nvPr/>
        </p:nvSpPr>
        <p:spPr>
          <a:xfrm rot="5400000">
            <a:off x="2182816" y="6439437"/>
            <a:ext cx="988932" cy="988932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310599-78FE-F34F-8CC3-0229076C49AA}"/>
              </a:ext>
            </a:extLst>
          </p:cNvPr>
          <p:cNvSpPr/>
          <p:nvPr/>
        </p:nvSpPr>
        <p:spPr>
          <a:xfrm>
            <a:off x="6903949" y="540913"/>
            <a:ext cx="656586" cy="656586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75E74F-A37E-6145-9A88-B09EFF3BE609}"/>
              </a:ext>
            </a:extLst>
          </p:cNvPr>
          <p:cNvSpPr/>
          <p:nvPr/>
        </p:nvSpPr>
        <p:spPr>
          <a:xfrm>
            <a:off x="-211277" y="3428999"/>
            <a:ext cx="422554" cy="422554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0AB2B2F3-5359-D447-ABAD-48313C10B0A9}"/>
              </a:ext>
            </a:extLst>
          </p:cNvPr>
          <p:cNvSpPr/>
          <p:nvPr/>
        </p:nvSpPr>
        <p:spPr>
          <a:xfrm rot="10800000" flipH="1">
            <a:off x="-1" y="0"/>
            <a:ext cx="1557274" cy="1197499"/>
          </a:xfrm>
          <a:prstGeom prst="rtTriangle">
            <a:avLst/>
          </a:prstGeom>
          <a:gradFill>
            <a:gsLst>
              <a:gs pos="0">
                <a:schemeClr val="accent4">
                  <a:lumMod val="28802"/>
                </a:schemeClr>
              </a:gs>
              <a:gs pos="100000">
                <a:schemeClr val="accent3">
                  <a:alpha val="86158"/>
                  <a:lumMod val="98000"/>
                  <a:lumOff val="2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/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73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84DE16-5548-6947-92AD-3DA41454F60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8000">
                <a:schemeClr val="accent1"/>
              </a:gs>
              <a:gs pos="100000">
                <a:schemeClr val="accent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C72E3-972B-5B41-AA26-90D8BBBEFFF1}"/>
              </a:ext>
            </a:extLst>
          </p:cNvPr>
          <p:cNvSpPr/>
          <p:nvPr/>
        </p:nvSpPr>
        <p:spPr>
          <a:xfrm>
            <a:off x="-1" y="-1"/>
            <a:ext cx="5772271" cy="5772271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>
                <a:alpha val="21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6FB1C-E904-1345-8418-C35F9AB8A0DB}"/>
              </a:ext>
            </a:extLst>
          </p:cNvPr>
          <p:cNvSpPr txBox="1"/>
          <p:nvPr/>
        </p:nvSpPr>
        <p:spPr>
          <a:xfrm>
            <a:off x="6883643" y="1321309"/>
            <a:ext cx="4700000" cy="132343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itchFamily="2" charset="77"/>
              </a:defRPr>
            </a:lvl1pPr>
          </a:lstStyle>
          <a:p>
            <a:r>
              <a:rPr lang="en-US" sz="3200"/>
              <a:t>{{TITLE}}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1FD8B-D658-5D41-921F-A858DF3749EE}"/>
              </a:ext>
            </a:extLst>
          </p:cNvPr>
          <p:cNvSpPr txBox="1"/>
          <p:nvPr/>
        </p:nvSpPr>
        <p:spPr>
          <a:xfrm>
            <a:off x="6883643" y="1013532"/>
            <a:ext cx="1354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Poppins Medium" pitchFamily="2" charset="77"/>
              </a:defRPr>
            </a:lvl1pPr>
          </a:lstStyle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82218-7789-2541-8B4F-94AD361E4524}"/>
              </a:ext>
            </a:extLst>
          </p:cNvPr>
          <p:cNvSpPr txBox="1"/>
          <p:nvPr/>
        </p:nvSpPr>
        <p:spPr>
          <a:xfrm>
            <a:off x="6883644" y="2952525"/>
            <a:ext cx="4103090" cy="2320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" pitchFamily="2" charset="77"/>
              </a:defRPr>
            </a:lvl1pPr>
          </a:lstStyle>
          <a:p>
            <a:r>
              <a:rPr lang="en-ID"/>
              <a:t>{{TEXT}}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AE0B29D1-478F-D847-873B-405E45CC35CF}"/>
              </a:ext>
            </a:extLst>
          </p:cNvPr>
          <p:cNvSpPr/>
          <p:nvPr/>
        </p:nvSpPr>
        <p:spPr>
          <a:xfrm rot="5400000">
            <a:off x="11621631" y="3856060"/>
            <a:ext cx="1140738" cy="1140738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B2969FA-B643-034E-AAF9-D0326E2C88B3}"/>
              </a:ext>
            </a:extLst>
          </p:cNvPr>
          <p:cNvSpPr/>
          <p:nvPr/>
        </p:nvSpPr>
        <p:spPr>
          <a:xfrm rot="5400000">
            <a:off x="2191584" y="6363533"/>
            <a:ext cx="988932" cy="988932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F0790E-ED8D-1D40-BCE0-5C9ABBDA7653}"/>
              </a:ext>
            </a:extLst>
          </p:cNvPr>
          <p:cNvSpPr/>
          <p:nvPr/>
        </p:nvSpPr>
        <p:spPr>
          <a:xfrm>
            <a:off x="8808032" y="5717279"/>
            <a:ext cx="348205" cy="348205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2331AF-15A2-5748-BD8A-C924A1C51B79}"/>
              </a:ext>
            </a:extLst>
          </p:cNvPr>
          <p:cNvSpPr/>
          <p:nvPr/>
        </p:nvSpPr>
        <p:spPr>
          <a:xfrm>
            <a:off x="10692354" y="583783"/>
            <a:ext cx="277806" cy="277806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MAGE_PLACEHOLDER">
            <a:extLst>
              <a:ext uri="{FF2B5EF4-FFF2-40B4-BE49-F238E27FC236}">
                <a16:creationId xmlns:a16="http://schemas.microsoft.com/office/drawing/2014/main" id="{B55186B8-1C5E-DD4E-8F49-91427DA93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7167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1FDED91-44F4-7C4C-927B-2F712AF0DCC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20000">
                <a:schemeClr val="accent2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796CD-23A3-5B4E-A27D-7EF5EF48C32A}"/>
              </a:ext>
            </a:extLst>
          </p:cNvPr>
          <p:cNvSpPr txBox="1"/>
          <p:nvPr/>
        </p:nvSpPr>
        <p:spPr>
          <a:xfrm>
            <a:off x="5007401" y="700008"/>
            <a:ext cx="217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itchFamily="2" charset="77"/>
              </a:defRPr>
            </a:lvl1pPr>
          </a:lstStyle>
          <a:p>
            <a:pPr algn="l"/>
            <a:r>
              <a:rPr lang="en-US"/>
              <a:t>{{TITLE}}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CDE83-8D34-9F47-B569-AE96F86EFED1}"/>
              </a:ext>
            </a:extLst>
          </p:cNvPr>
          <p:cNvSpPr txBox="1"/>
          <p:nvPr/>
        </p:nvSpPr>
        <p:spPr>
          <a:xfrm>
            <a:off x="4613864" y="1407894"/>
            <a:ext cx="2964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Poppins Medium" pitchFamily="2" charset="77"/>
              </a:defRPr>
            </a:lvl1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2F2A4-A3E0-5640-B5CD-6091F3D98FF5}"/>
              </a:ext>
            </a:extLst>
          </p:cNvPr>
          <p:cNvSpPr txBox="1"/>
          <p:nvPr/>
        </p:nvSpPr>
        <p:spPr>
          <a:xfrm>
            <a:off x="1392960" y="2374428"/>
            <a:ext cx="1165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A9A52-9F07-F341-8A17-4DC775D311CE}"/>
              </a:ext>
            </a:extLst>
          </p:cNvPr>
          <p:cNvSpPr txBox="1"/>
          <p:nvPr/>
        </p:nvSpPr>
        <p:spPr>
          <a:xfrm>
            <a:off x="1392960" y="2682205"/>
            <a:ext cx="2570656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ID" sz="11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{{BULLET_1}}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B8907-7057-1B4F-A3F3-EB6F1B64E005}"/>
              </a:ext>
            </a:extLst>
          </p:cNvPr>
          <p:cNvSpPr txBox="1"/>
          <p:nvPr/>
        </p:nvSpPr>
        <p:spPr>
          <a:xfrm>
            <a:off x="5407632" y="2374428"/>
            <a:ext cx="149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F0139-13BE-FA40-AF3F-ED9250B908CA}"/>
              </a:ext>
            </a:extLst>
          </p:cNvPr>
          <p:cNvSpPr txBox="1"/>
          <p:nvPr/>
        </p:nvSpPr>
        <p:spPr>
          <a:xfrm>
            <a:off x="5407632" y="2682205"/>
            <a:ext cx="2570656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ID" sz="11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{{BULLET_2}}</a:t>
            </a: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2EED7DFC-0594-644E-80FB-31ED605121B2}"/>
              </a:ext>
            </a:extLst>
          </p:cNvPr>
          <p:cNvSpPr/>
          <p:nvPr/>
        </p:nvSpPr>
        <p:spPr>
          <a:xfrm>
            <a:off x="800000" y="2374428"/>
            <a:ext cx="441435" cy="441435"/>
          </a:xfrm>
          <a:prstGeom prst="donu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880E0-FC29-9643-AC36-06371585D4B7}"/>
              </a:ext>
            </a:extLst>
          </p:cNvPr>
          <p:cNvSpPr txBox="1"/>
          <p:nvPr/>
        </p:nvSpPr>
        <p:spPr>
          <a:xfrm>
            <a:off x="9422304" y="4768958"/>
            <a:ext cx="2359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770F3-0955-104F-8056-18E6C5F1FDA5}"/>
              </a:ext>
            </a:extLst>
          </p:cNvPr>
          <p:cNvSpPr txBox="1"/>
          <p:nvPr/>
        </p:nvSpPr>
        <p:spPr>
          <a:xfrm>
            <a:off x="9422304" y="2682205"/>
            <a:ext cx="2570656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ID" sz="11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{{BULLET_3}}</a:t>
            </a: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AF9E4EFA-12DB-6641-ADCC-4FAB440821EB}"/>
              </a:ext>
            </a:extLst>
          </p:cNvPr>
          <p:cNvSpPr/>
          <p:nvPr/>
        </p:nvSpPr>
        <p:spPr>
          <a:xfrm>
            <a:off x="8829344" y="2374428"/>
            <a:ext cx="441435" cy="441435"/>
          </a:xfrm>
          <a:prstGeom prst="donu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Donut 18">
            <a:extLst>
              <a:ext uri="{FF2B5EF4-FFF2-40B4-BE49-F238E27FC236}">
                <a16:creationId xmlns:a16="http://schemas.microsoft.com/office/drawing/2014/main" id="{B7307D45-CEC2-E04A-8B4B-9CC871A6C49B}"/>
              </a:ext>
            </a:extLst>
          </p:cNvPr>
          <p:cNvSpPr/>
          <p:nvPr/>
        </p:nvSpPr>
        <p:spPr>
          <a:xfrm>
            <a:off x="4814672" y="2374428"/>
            <a:ext cx="441435" cy="441435"/>
          </a:xfrm>
          <a:prstGeom prst="donu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D3AAA6B9-FED4-A44D-BA58-068D673BEEB7}"/>
              </a:ext>
            </a:extLst>
          </p:cNvPr>
          <p:cNvSpPr/>
          <p:nvPr/>
        </p:nvSpPr>
        <p:spPr>
          <a:xfrm rot="10800000" flipH="1">
            <a:off x="0" y="0"/>
            <a:ext cx="991153" cy="762168"/>
          </a:xfrm>
          <a:prstGeom prst="rtTriangle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>
                <a:alpha val="21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DF26D120-C1F6-EE47-8E74-D110E476E6BD}"/>
              </a:ext>
            </a:extLst>
          </p:cNvPr>
          <p:cNvSpPr/>
          <p:nvPr/>
        </p:nvSpPr>
        <p:spPr>
          <a:xfrm flipH="1">
            <a:off x="11200847" y="6095831"/>
            <a:ext cx="991153" cy="762168"/>
          </a:xfrm>
          <a:prstGeom prst="rtTriangle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>
                <a:alpha val="21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D2D41EAF-F250-3948-8A83-29661FF34D3C}"/>
              </a:ext>
            </a:extLst>
          </p:cNvPr>
          <p:cNvSpPr/>
          <p:nvPr/>
        </p:nvSpPr>
        <p:spPr>
          <a:xfrm rot="5400000">
            <a:off x="11810916" y="984280"/>
            <a:ext cx="762168" cy="762168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6006C1EB-A8BF-7245-9363-442016E26381}"/>
              </a:ext>
            </a:extLst>
          </p:cNvPr>
          <p:cNvSpPr/>
          <p:nvPr/>
        </p:nvSpPr>
        <p:spPr>
          <a:xfrm rot="10800000">
            <a:off x="-494467" y="2774531"/>
            <a:ext cx="988932" cy="988932"/>
          </a:xfrm>
          <a:custGeom>
            <a:avLst/>
            <a:gdLst>
              <a:gd name="connsiteX0" fmla="*/ 769795 w 1539590"/>
              <a:gd name="connsiteY0" fmla="*/ 0 h 1539590"/>
              <a:gd name="connsiteX1" fmla="*/ 778137 w 1539590"/>
              <a:gd name="connsiteY1" fmla="*/ 421 h 1539590"/>
              <a:gd name="connsiteX2" fmla="*/ 778137 w 1539590"/>
              <a:gd name="connsiteY2" fmla="*/ 310468 h 1539590"/>
              <a:gd name="connsiteX3" fmla="*/ 769795 w 1539590"/>
              <a:gd name="connsiteY3" fmla="*/ 309627 h 1539590"/>
              <a:gd name="connsiteX4" fmla="*/ 309627 w 1539590"/>
              <a:gd name="connsiteY4" fmla="*/ 769795 h 1539590"/>
              <a:gd name="connsiteX5" fmla="*/ 769795 w 1539590"/>
              <a:gd name="connsiteY5" fmla="*/ 1229963 h 1539590"/>
              <a:gd name="connsiteX6" fmla="*/ 1229963 w 1539590"/>
              <a:gd name="connsiteY6" fmla="*/ 769795 h 1539590"/>
              <a:gd name="connsiteX7" fmla="*/ 1539590 w 1539590"/>
              <a:gd name="connsiteY7" fmla="*/ 769795 h 1539590"/>
              <a:gd name="connsiteX8" fmla="*/ 769795 w 1539590"/>
              <a:gd name="connsiteY8" fmla="*/ 1539590 h 1539590"/>
              <a:gd name="connsiteX9" fmla="*/ 0 w 1539590"/>
              <a:gd name="connsiteY9" fmla="*/ 769795 h 1539590"/>
              <a:gd name="connsiteX10" fmla="*/ 769795 w 1539590"/>
              <a:gd name="connsiteY10" fmla="*/ 0 h 153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9590" h="1539590">
                <a:moveTo>
                  <a:pt x="769795" y="0"/>
                </a:moveTo>
                <a:lnTo>
                  <a:pt x="778137" y="421"/>
                </a:lnTo>
                <a:lnTo>
                  <a:pt x="778137" y="310468"/>
                </a:lnTo>
                <a:lnTo>
                  <a:pt x="769795" y="309627"/>
                </a:lnTo>
                <a:cubicBezTo>
                  <a:pt x="515651" y="309627"/>
                  <a:pt x="309627" y="515651"/>
                  <a:pt x="309627" y="769795"/>
                </a:cubicBezTo>
                <a:cubicBezTo>
                  <a:pt x="309627" y="1023939"/>
                  <a:pt x="515651" y="1229963"/>
                  <a:pt x="769795" y="1229963"/>
                </a:cubicBezTo>
                <a:cubicBezTo>
                  <a:pt x="1023939" y="1229963"/>
                  <a:pt x="1229963" y="1023939"/>
                  <a:pt x="1229963" y="769795"/>
                </a:cubicBezTo>
                <a:lnTo>
                  <a:pt x="1539590" y="769795"/>
                </a:lnTo>
                <a:cubicBezTo>
                  <a:pt x="1539590" y="1194941"/>
                  <a:pt x="1194941" y="1539590"/>
                  <a:pt x="769795" y="1539590"/>
                </a:cubicBezTo>
                <a:cubicBezTo>
                  <a:pt x="344649" y="1539590"/>
                  <a:pt x="0" y="1194941"/>
                  <a:pt x="0" y="769795"/>
                </a:cubicBezTo>
                <a:cubicBezTo>
                  <a:pt x="0" y="344649"/>
                  <a:pt x="344649" y="0"/>
                  <a:pt x="769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89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88E445-04F2-2F4C-8F01-266F3EEABBD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15312D-81D6-134F-8F91-B184EDCCB40D}"/>
              </a:ext>
            </a:extLst>
          </p:cNvPr>
          <p:cNvGrpSpPr/>
          <p:nvPr/>
        </p:nvGrpSpPr>
        <p:grpSpPr>
          <a:xfrm>
            <a:off x="6519802" y="-1"/>
            <a:ext cx="4835733" cy="4835735"/>
            <a:chOff x="4841026" y="2022265"/>
            <a:chExt cx="4835733" cy="48357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C0FB66-804D-6A4F-8685-6E321AD9000D}"/>
                </a:ext>
              </a:extLst>
            </p:cNvPr>
            <p:cNvSpPr/>
            <p:nvPr/>
          </p:nvSpPr>
          <p:spPr>
            <a:xfrm>
              <a:off x="4841026" y="5246089"/>
              <a:ext cx="1611911" cy="1611911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44000"/>
                  </a:schemeClr>
                </a:gs>
                <a:gs pos="0">
                  <a:schemeClr val="accent1">
                    <a:lumMod val="75000"/>
                    <a:lumOff val="25000"/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glow>
                <a:schemeClr val="accent4"/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AEA9A4-1555-1E4C-8210-269A7D62853D}"/>
                </a:ext>
              </a:extLst>
            </p:cNvPr>
            <p:cNvSpPr/>
            <p:nvPr/>
          </p:nvSpPr>
          <p:spPr>
            <a:xfrm>
              <a:off x="4841026" y="2022265"/>
              <a:ext cx="1611911" cy="1611911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44000"/>
                  </a:schemeClr>
                </a:gs>
                <a:gs pos="0">
                  <a:schemeClr val="accent1">
                    <a:lumMod val="75000"/>
                    <a:lumOff val="25000"/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glow>
                <a:schemeClr val="accent4"/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0A0DAC-8114-FD4B-BCFE-7C67E17BB97F}"/>
                </a:ext>
              </a:extLst>
            </p:cNvPr>
            <p:cNvSpPr/>
            <p:nvPr/>
          </p:nvSpPr>
          <p:spPr>
            <a:xfrm>
              <a:off x="8064848" y="2022265"/>
              <a:ext cx="1611911" cy="1611911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44000"/>
                  </a:schemeClr>
                </a:gs>
                <a:gs pos="0">
                  <a:schemeClr val="accent1">
                    <a:lumMod val="75000"/>
                    <a:lumOff val="25000"/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glow>
                <a:schemeClr val="accent4"/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CF480F-79F1-A248-951C-0F1D6F769EA8}"/>
                </a:ext>
              </a:extLst>
            </p:cNvPr>
            <p:cNvSpPr/>
            <p:nvPr/>
          </p:nvSpPr>
          <p:spPr>
            <a:xfrm>
              <a:off x="6452937" y="3634177"/>
              <a:ext cx="1611911" cy="1611911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44000"/>
                  </a:schemeClr>
                </a:gs>
                <a:gs pos="0">
                  <a:schemeClr val="accent1">
                    <a:lumMod val="75000"/>
                    <a:lumOff val="25000"/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glow>
                <a:schemeClr val="accent4"/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95A37D7-29DE-DE4F-BBF1-4D4BDC490EEB}"/>
              </a:ext>
            </a:extLst>
          </p:cNvPr>
          <p:cNvSpPr/>
          <p:nvPr/>
        </p:nvSpPr>
        <p:spPr>
          <a:xfrm>
            <a:off x="11355535" y="-1"/>
            <a:ext cx="836465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glow>
              <a:schemeClr val="accent4">
                <a:alpha val="21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C48CEC-EE0C-9E49-836E-803B7A36C4CD}"/>
              </a:ext>
            </a:extLst>
          </p:cNvPr>
          <p:cNvSpPr/>
          <p:nvPr/>
        </p:nvSpPr>
        <p:spPr>
          <a:xfrm>
            <a:off x="938127" y="-262359"/>
            <a:ext cx="709863" cy="709863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46C2AE-5726-9043-865D-C02FE0F41CBD}"/>
              </a:ext>
            </a:extLst>
          </p:cNvPr>
          <p:cNvSpPr/>
          <p:nvPr/>
        </p:nvSpPr>
        <p:spPr>
          <a:xfrm>
            <a:off x="3721395" y="6225675"/>
            <a:ext cx="202199" cy="202199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38822"/>
                </a:schemeClr>
              </a:gs>
              <a:gs pos="9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8D470-886E-B145-84C4-78C05B93AA50}"/>
              </a:ext>
            </a:extLst>
          </p:cNvPr>
          <p:cNvCxnSpPr>
            <a:cxnSpLocks/>
          </p:cNvCxnSpPr>
          <p:nvPr/>
        </p:nvCxnSpPr>
        <p:spPr>
          <a:xfrm>
            <a:off x="6519802" y="92573"/>
            <a:ext cx="0" cy="1041165"/>
          </a:xfrm>
          <a:prstGeom prst="line">
            <a:avLst/>
          </a:prstGeom>
          <a:ln w="63500" cap="rnd">
            <a:gradFill>
              <a:gsLst>
                <a:gs pos="59000">
                  <a:schemeClr val="bg1"/>
                </a:gs>
                <a:gs pos="100000">
                  <a:schemeClr val="bg1">
                    <a:alpha val="0"/>
                  </a:schemeClr>
                </a:gs>
                <a:gs pos="27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6DCCB3-E7B3-EF4E-9B79-529B5BC36AF0}"/>
              </a:ext>
            </a:extLst>
          </p:cNvPr>
          <p:cNvCxnSpPr>
            <a:cxnSpLocks/>
          </p:cNvCxnSpPr>
          <p:nvPr/>
        </p:nvCxnSpPr>
        <p:spPr>
          <a:xfrm>
            <a:off x="5670521" y="6577300"/>
            <a:ext cx="0" cy="1062990"/>
          </a:xfrm>
          <a:prstGeom prst="line">
            <a:avLst/>
          </a:prstGeom>
          <a:ln w="63500" cap="rnd">
            <a:gradFill>
              <a:gsLst>
                <a:gs pos="59000">
                  <a:schemeClr val="bg1"/>
                </a:gs>
                <a:gs pos="100000">
                  <a:schemeClr val="bg1">
                    <a:alpha val="0"/>
                  </a:schemeClr>
                </a:gs>
                <a:gs pos="27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086EBA-2574-4246-B65D-E2FAE2373389}"/>
              </a:ext>
            </a:extLst>
          </p:cNvPr>
          <p:cNvCxnSpPr>
            <a:cxnSpLocks/>
          </p:cNvCxnSpPr>
          <p:nvPr/>
        </p:nvCxnSpPr>
        <p:spPr>
          <a:xfrm>
            <a:off x="448079" y="1722226"/>
            <a:ext cx="0" cy="1062990"/>
          </a:xfrm>
          <a:prstGeom prst="line">
            <a:avLst/>
          </a:prstGeom>
          <a:ln w="63500" cap="rnd">
            <a:gradFill>
              <a:gsLst>
                <a:gs pos="59000">
                  <a:schemeClr val="bg1"/>
                </a:gs>
                <a:gs pos="100000">
                  <a:schemeClr val="bg1">
                    <a:alpha val="0"/>
                  </a:schemeClr>
                </a:gs>
                <a:gs pos="27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35D015-F871-0749-9923-178921E01F22}"/>
              </a:ext>
            </a:extLst>
          </p:cNvPr>
          <p:cNvGrpSpPr/>
          <p:nvPr/>
        </p:nvGrpSpPr>
        <p:grpSpPr>
          <a:xfrm>
            <a:off x="5016276" y="3735787"/>
            <a:ext cx="709863" cy="709863"/>
            <a:chOff x="9870226" y="3770407"/>
            <a:chExt cx="709863" cy="7098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877FD28-5980-B940-82B2-0587EC44CD53}"/>
                </a:ext>
              </a:extLst>
            </p:cNvPr>
            <p:cNvSpPr/>
            <p:nvPr/>
          </p:nvSpPr>
          <p:spPr>
            <a:xfrm>
              <a:off x="9870226" y="3770407"/>
              <a:ext cx="709863" cy="709863"/>
            </a:xfrm>
            <a:prstGeom prst="ellipse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  <a:alpha val="38822"/>
                  </a:schemeClr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AC948F03-FDD4-6042-BC06-B0843C4DBB15}"/>
                </a:ext>
              </a:extLst>
            </p:cNvPr>
            <p:cNvSpPr/>
            <p:nvPr/>
          </p:nvSpPr>
          <p:spPr>
            <a:xfrm>
              <a:off x="10095326" y="4030424"/>
              <a:ext cx="246740" cy="205614"/>
            </a:xfrm>
            <a:custGeom>
              <a:avLst/>
              <a:gdLst>
                <a:gd name="connsiteX0" fmla="*/ 2238680 w 3657600"/>
                <a:gd name="connsiteY0" fmla="*/ 42022 h 3047959"/>
                <a:gd name="connsiteX1" fmla="*/ 2023262 w 3657600"/>
                <a:gd name="connsiteY1" fmla="*/ 47279 h 3047959"/>
                <a:gd name="connsiteX2" fmla="*/ 2028520 w 3657600"/>
                <a:gd name="connsiteY2" fmla="*/ 262773 h 3047959"/>
                <a:gd name="connsiteX3" fmla="*/ 3197581 w 3657600"/>
                <a:gd name="connsiteY3" fmla="*/ 1371559 h 3047959"/>
                <a:gd name="connsiteX4" fmla="*/ 152400 w 3657600"/>
                <a:gd name="connsiteY4" fmla="*/ 1371559 h 3047959"/>
                <a:gd name="connsiteX5" fmla="*/ 0 w 3657600"/>
                <a:gd name="connsiteY5" fmla="*/ 1523959 h 3047959"/>
                <a:gd name="connsiteX6" fmla="*/ 152400 w 3657600"/>
                <a:gd name="connsiteY6" fmla="*/ 1676359 h 3047959"/>
                <a:gd name="connsiteX7" fmla="*/ 3192704 w 3657600"/>
                <a:gd name="connsiteY7" fmla="*/ 1676359 h 3047959"/>
                <a:gd name="connsiteX8" fmla="*/ 2028520 w 3657600"/>
                <a:gd name="connsiteY8" fmla="*/ 2785221 h 3047959"/>
                <a:gd name="connsiteX9" fmla="*/ 2023262 w 3657600"/>
                <a:gd name="connsiteY9" fmla="*/ 3000715 h 3047959"/>
                <a:gd name="connsiteX10" fmla="*/ 2133600 w 3657600"/>
                <a:gd name="connsiteY10" fmla="*/ 3047959 h 3047959"/>
                <a:gd name="connsiteX11" fmla="*/ 2238680 w 3657600"/>
                <a:gd name="connsiteY11" fmla="*/ 3005897 h 3047959"/>
                <a:gd name="connsiteX12" fmla="*/ 3568294 w 3657600"/>
                <a:gd name="connsiteY12" fmla="*/ 1739453 h 3047959"/>
                <a:gd name="connsiteX13" fmla="*/ 3657600 w 3657600"/>
                <a:gd name="connsiteY13" fmla="*/ 1523959 h 3047959"/>
                <a:gd name="connsiteX14" fmla="*/ 3565627 w 3657600"/>
                <a:gd name="connsiteY14" fmla="*/ 1305875 h 3047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57600" h="3047959">
                  <a:moveTo>
                    <a:pt x="2238680" y="42022"/>
                  </a:moveTo>
                  <a:cubicBezTo>
                    <a:pt x="2177796" y="-15967"/>
                    <a:pt x="2081251" y="-13681"/>
                    <a:pt x="2023262" y="47279"/>
                  </a:cubicBezTo>
                  <a:cubicBezTo>
                    <a:pt x="1965198" y="108239"/>
                    <a:pt x="1967636" y="204709"/>
                    <a:pt x="2028520" y="262773"/>
                  </a:cubicBezTo>
                  <a:lnTo>
                    <a:pt x="3197581" y="1371559"/>
                  </a:lnTo>
                  <a:lnTo>
                    <a:pt x="152400" y="1371559"/>
                  </a:lnTo>
                  <a:cubicBezTo>
                    <a:pt x="68275" y="1371559"/>
                    <a:pt x="0" y="1439834"/>
                    <a:pt x="0" y="1523959"/>
                  </a:cubicBezTo>
                  <a:cubicBezTo>
                    <a:pt x="0" y="1608084"/>
                    <a:pt x="68275" y="1676359"/>
                    <a:pt x="152400" y="1676359"/>
                  </a:cubicBezTo>
                  <a:lnTo>
                    <a:pt x="3192704" y="1676359"/>
                  </a:lnTo>
                  <a:lnTo>
                    <a:pt x="2028520" y="2785221"/>
                  </a:lnTo>
                  <a:cubicBezTo>
                    <a:pt x="1967560" y="2843286"/>
                    <a:pt x="1965198" y="2939755"/>
                    <a:pt x="2023262" y="3000715"/>
                  </a:cubicBezTo>
                  <a:cubicBezTo>
                    <a:pt x="2053209" y="3032110"/>
                    <a:pt x="2093366" y="3047959"/>
                    <a:pt x="2133600" y="3047959"/>
                  </a:cubicBezTo>
                  <a:cubicBezTo>
                    <a:pt x="2171395" y="3047959"/>
                    <a:pt x="2209191" y="3034015"/>
                    <a:pt x="2238680" y="3005897"/>
                  </a:cubicBezTo>
                  <a:lnTo>
                    <a:pt x="3568294" y="1739453"/>
                  </a:lnTo>
                  <a:cubicBezTo>
                    <a:pt x="3625901" y="1681922"/>
                    <a:pt x="3657600" y="1605417"/>
                    <a:pt x="3657600" y="1523959"/>
                  </a:cubicBezTo>
                  <a:cubicBezTo>
                    <a:pt x="3657600" y="1442501"/>
                    <a:pt x="3625901" y="1365997"/>
                    <a:pt x="3565627" y="1305875"/>
                  </a:cubicBezTo>
                  <a:close/>
                </a:path>
              </a:pathLst>
            </a:custGeom>
            <a:solidFill>
              <a:schemeClr val="bg1"/>
            </a:solidFill>
            <a:ln w="76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E63D0A1-C6C5-4947-B259-D8E3D4C56315}"/>
              </a:ext>
            </a:extLst>
          </p:cNvPr>
          <p:cNvSpPr txBox="1"/>
          <p:nvPr/>
        </p:nvSpPr>
        <p:spPr>
          <a:xfrm>
            <a:off x="1004518" y="3429000"/>
            <a:ext cx="6200000" cy="132343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itchFamily="2" charset="77"/>
              </a:rPr>
              <a:t>{{TITLE}}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D54E13-C4DF-E64C-A744-72BBD1FB9DCA}"/>
              </a:ext>
            </a:extLst>
          </p:cNvPr>
          <p:cNvSpPr txBox="1"/>
          <p:nvPr/>
        </p:nvSpPr>
        <p:spPr>
          <a:xfrm>
            <a:off x="1004518" y="4752439"/>
            <a:ext cx="1535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Medium" pitchFamily="2" charset="77"/>
              </a:defRPr>
            </a:lvl1pPr>
          </a:lstStyle>
          <a:p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4F36C-9685-0D45-B5B3-316BA47B60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76766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L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11439"/>
      </a:accent1>
      <a:accent2>
        <a:srgbClr val="511E41"/>
      </a:accent2>
      <a:accent3>
        <a:srgbClr val="FE5E00"/>
      </a:accent3>
      <a:accent4>
        <a:srgbClr val="FA944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2663</TotalTime>
  <Words>33</Words>
  <Application>Microsoft Macintosh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Source Sans Pro</vt:lpstr>
      <vt:lpstr>Source Sans Pro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mustofa amar zakaria</dc:creator>
  <cp:lastModifiedBy>Gleb Yakovlev</cp:lastModifiedBy>
  <cp:revision>527</cp:revision>
  <dcterms:created xsi:type="dcterms:W3CDTF">2021-01-14T08:18:08Z</dcterms:created>
  <dcterms:modified xsi:type="dcterms:W3CDTF">2026-08-24T20:46:22Z</dcterms:modified>
</cp:coreProperties>
</file>