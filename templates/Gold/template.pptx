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59" r:id="rId4"/>
    <p:sldId id="266" r:id="rId5"/>
  </p:sldIdLst>
  <p:sldSz cx="18288000" cy="10287000"/>
  <p:notesSz cx="6858000" cy="9144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Noah" pitchFamily="2" charset="0"/>
      <p:regular r:id="rId10"/>
    </p:embeddedFont>
    <p:embeddedFont>
      <p:font typeface="Quiche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55" autoAdjust="0"/>
  </p:normalViewPr>
  <p:slideViewPr>
    <p:cSldViewPr>
      <p:cViewPr varScale="1">
        <p:scale>
          <a:sx n="78" d="100"/>
          <a:sy n="78" d="100"/>
        </p:scale>
        <p:origin x="46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67555" y="3831845"/>
            <a:ext cx="14952889" cy="218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8"/>
              </a:lnSpc>
            </a:pPr>
            <a:r>
              <a:rPr lang="en" sz="9600" dirty="0"/>
              <a:t>{{TITLE}}</a:t>
            </a:r>
            <a:endParaRPr lang="en-US" sz="13720" dirty="0">
              <a:solidFill>
                <a:srgbClr val="000000"/>
              </a:solidFill>
              <a:latin typeface="Quiche"/>
              <a:ea typeface="Quiche"/>
              <a:cs typeface="Quiche"/>
              <a:sym typeface="Quich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045654" y="0"/>
            <a:ext cx="12362256" cy="3142073"/>
          </a:xfrm>
          <a:custGeom>
            <a:avLst/>
            <a:gdLst/>
            <a:ahLst/>
            <a:cxnLst/>
            <a:rect l="l" t="t" r="r" b="b"/>
            <a:pathLst>
              <a:path w="12362256" h="3142073">
                <a:moveTo>
                  <a:pt x="0" y="0"/>
                </a:moveTo>
                <a:lnTo>
                  <a:pt x="12362256" y="0"/>
                </a:lnTo>
                <a:lnTo>
                  <a:pt x="12362256" y="3142073"/>
                </a:lnTo>
                <a:lnTo>
                  <a:pt x="0" y="31420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52081" y="6093205"/>
            <a:ext cx="9433965" cy="874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51"/>
              </a:lnSpc>
            </a:pPr>
            <a:r>
              <a:rPr lang="en" sz="5400" dirty="0"/>
              <a:t>{{SUBTITLE}}</a:t>
            </a:r>
            <a:endParaRPr lang="en-US" sz="4965" dirty="0">
              <a:solidFill>
                <a:srgbClr val="000000"/>
              </a:solidFill>
              <a:latin typeface="Noah"/>
              <a:ea typeface="Noah"/>
              <a:cs typeface="Noah"/>
              <a:sym typeface="Noah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-678427" y="7687263"/>
            <a:ext cx="12362256" cy="3142073"/>
          </a:xfrm>
          <a:custGeom>
            <a:avLst/>
            <a:gdLst/>
            <a:ahLst/>
            <a:cxnLst/>
            <a:rect l="l" t="t" r="r" b="b"/>
            <a:pathLst>
              <a:path w="12362256" h="3142073">
                <a:moveTo>
                  <a:pt x="0" y="0"/>
                </a:moveTo>
                <a:lnTo>
                  <a:pt x="12362256" y="0"/>
                </a:lnTo>
                <a:lnTo>
                  <a:pt x="12362256" y="3142074"/>
                </a:lnTo>
                <a:lnTo>
                  <a:pt x="0" y="3142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9389783" y="1341885"/>
            <a:ext cx="14189848" cy="3606586"/>
          </a:xfrm>
          <a:custGeom>
            <a:avLst/>
            <a:gdLst/>
            <a:ahLst/>
            <a:cxnLst/>
            <a:rect l="l" t="t" r="r" b="b"/>
            <a:pathLst>
              <a:path w="14189848" h="3606586">
                <a:moveTo>
                  <a:pt x="0" y="0"/>
                </a:moveTo>
                <a:lnTo>
                  <a:pt x="14189848" y="0"/>
                </a:lnTo>
                <a:lnTo>
                  <a:pt x="14189848" y="3606586"/>
                </a:lnTo>
                <a:lnTo>
                  <a:pt x="0" y="36065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IMAGE_PLACEHOLDER"/>
          <p:cNvGrpSpPr/>
          <p:nvPr/>
        </p:nvGrpSpPr>
        <p:grpSpPr>
          <a:xfrm>
            <a:off x="2020744" y="3630534"/>
            <a:ext cx="5017032" cy="5016952"/>
            <a:chOff x="0" y="0"/>
            <a:chExt cx="6350000" cy="63498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873"/>
            </a:xfrm>
            <a:custGeom>
              <a:avLst/>
              <a:gdLst/>
              <a:ahLst/>
              <a:cxnLst/>
              <a:rect l="l" t="t" r="r" b="b"/>
              <a:pathLst>
                <a:path w="6350000" h="6349873">
                  <a:moveTo>
                    <a:pt x="6127445" y="5019675"/>
                  </a:moveTo>
                  <a:cubicBezTo>
                    <a:pt x="6270282" y="5262651"/>
                    <a:pt x="6281941" y="5573395"/>
                    <a:pt x="6130951" y="5834875"/>
                  </a:cubicBezTo>
                  <a:cubicBezTo>
                    <a:pt x="5907545" y="6221756"/>
                    <a:pt x="5412753" y="6354356"/>
                    <a:pt x="5025885" y="6130976"/>
                  </a:cubicBezTo>
                  <a:cubicBezTo>
                    <a:pt x="4434891" y="5783288"/>
                    <a:pt x="3670046" y="5879681"/>
                    <a:pt x="3175127" y="6349873"/>
                  </a:cubicBezTo>
                  <a:lnTo>
                    <a:pt x="3174784" y="6349873"/>
                  </a:lnTo>
                  <a:cubicBezTo>
                    <a:pt x="2689149" y="5888482"/>
                    <a:pt x="1940827" y="5778526"/>
                    <a:pt x="1330249" y="6127395"/>
                  </a:cubicBezTo>
                  <a:cubicBezTo>
                    <a:pt x="1087323" y="6270231"/>
                    <a:pt x="776516" y="6281839"/>
                    <a:pt x="515036" y="6130900"/>
                  </a:cubicBezTo>
                  <a:cubicBezTo>
                    <a:pt x="128168" y="5907468"/>
                    <a:pt x="-4394" y="5412664"/>
                    <a:pt x="218935" y="5025796"/>
                  </a:cubicBezTo>
                  <a:cubicBezTo>
                    <a:pt x="566649" y="4434954"/>
                    <a:pt x="470192" y="3670071"/>
                    <a:pt x="0" y="3175178"/>
                  </a:cubicBezTo>
                  <a:lnTo>
                    <a:pt x="0" y="3174835"/>
                  </a:lnTo>
                  <a:cubicBezTo>
                    <a:pt x="461442" y="2689187"/>
                    <a:pt x="571348" y="1940967"/>
                    <a:pt x="222504" y="1330338"/>
                  </a:cubicBezTo>
                  <a:cubicBezTo>
                    <a:pt x="79629" y="1087412"/>
                    <a:pt x="68009" y="776618"/>
                    <a:pt x="219024" y="515176"/>
                  </a:cubicBezTo>
                  <a:cubicBezTo>
                    <a:pt x="442405" y="128207"/>
                    <a:pt x="937196" y="-4407"/>
                    <a:pt x="1324064" y="218974"/>
                  </a:cubicBezTo>
                  <a:cubicBezTo>
                    <a:pt x="1915046" y="566598"/>
                    <a:pt x="2679890" y="470192"/>
                    <a:pt x="3174835" y="0"/>
                  </a:cubicBezTo>
                  <a:lnTo>
                    <a:pt x="3175178" y="0"/>
                  </a:lnTo>
                  <a:cubicBezTo>
                    <a:pt x="3675558" y="475399"/>
                    <a:pt x="4428147" y="563143"/>
                    <a:pt x="5025936" y="218961"/>
                  </a:cubicBezTo>
                  <a:cubicBezTo>
                    <a:pt x="5412804" y="-4420"/>
                    <a:pt x="5907596" y="128156"/>
                    <a:pt x="6131001" y="515061"/>
                  </a:cubicBezTo>
                  <a:cubicBezTo>
                    <a:pt x="6281991" y="776554"/>
                    <a:pt x="6270333" y="1087399"/>
                    <a:pt x="6127445" y="1330376"/>
                  </a:cubicBezTo>
                  <a:cubicBezTo>
                    <a:pt x="5778640" y="1941005"/>
                    <a:pt x="5888609" y="2689123"/>
                    <a:pt x="6350000" y="3174784"/>
                  </a:cubicBezTo>
                  <a:lnTo>
                    <a:pt x="6350000" y="3175127"/>
                  </a:lnTo>
                  <a:cubicBezTo>
                    <a:pt x="5888546" y="3660826"/>
                    <a:pt x="5778640" y="4409046"/>
                    <a:pt x="6127445" y="5019675"/>
                  </a:cubicBezTo>
                </a:path>
              </a:pathLst>
            </a:custGeom>
            <a:blipFill dpi="0" rotWithShape="1">
              <a:blip r:embed="rId5"/>
              <a:srcRect/>
              <a:stretch>
                <a:fillRect l="-12000" r="-12000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2020744" y="1676951"/>
            <a:ext cx="9340926" cy="146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" sz="8800" dirty="0"/>
              <a:t>{{TITLE}}</a:t>
            </a:r>
            <a:endParaRPr lang="en-US" sz="8570" dirty="0">
              <a:solidFill>
                <a:srgbClr val="000000"/>
              </a:solidFill>
              <a:latin typeface="Quiche"/>
              <a:ea typeface="Quiche"/>
              <a:cs typeface="Quiche"/>
              <a:sym typeface="Quiche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324440" y="2931095"/>
            <a:ext cx="8074459" cy="6415830"/>
          </a:xfrm>
          <a:custGeom>
            <a:avLst/>
            <a:gdLst/>
            <a:ahLst/>
            <a:cxnLst/>
            <a:rect l="l" t="t" r="r" b="b"/>
            <a:pathLst>
              <a:path w="8074459" h="6415830">
                <a:moveTo>
                  <a:pt x="0" y="0"/>
                </a:moveTo>
                <a:lnTo>
                  <a:pt x="8074459" y="0"/>
                </a:lnTo>
                <a:lnTo>
                  <a:pt x="8074459" y="6415830"/>
                </a:lnTo>
                <a:lnTo>
                  <a:pt x="0" y="6415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31164" y="4136220"/>
            <a:ext cx="5327139" cy="47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" sz="2800" dirty="0"/>
              <a:t>{{TEXT}}</a:t>
            </a:r>
            <a:endParaRPr lang="en-US" sz="2799" dirty="0">
              <a:solidFill>
                <a:srgbClr val="000000"/>
              </a:solidFill>
              <a:latin typeface="Noah"/>
              <a:ea typeface="Noah"/>
              <a:cs typeface="Noah"/>
              <a:sym typeface="Noa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20744" y="1676951"/>
            <a:ext cx="9340926" cy="146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" sz="8800" dirty="0"/>
              <a:t>{{TITLE}}</a:t>
            </a:r>
            <a:endParaRPr lang="en-US" sz="8570" dirty="0">
              <a:solidFill>
                <a:srgbClr val="000000"/>
              </a:solidFill>
              <a:latin typeface="Quiche"/>
              <a:ea typeface="Quiche"/>
              <a:cs typeface="Quiche"/>
              <a:sym typeface="Quich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978147" y="1028700"/>
            <a:ext cx="11565320" cy="2939519"/>
          </a:xfrm>
          <a:custGeom>
            <a:avLst/>
            <a:gdLst/>
            <a:ahLst/>
            <a:cxnLst/>
            <a:rect l="l" t="t" r="r" b="b"/>
            <a:pathLst>
              <a:path w="11565320" h="2939519">
                <a:moveTo>
                  <a:pt x="0" y="0"/>
                </a:moveTo>
                <a:lnTo>
                  <a:pt x="11565320" y="0"/>
                </a:lnTo>
                <a:lnTo>
                  <a:pt x="11565320" y="2939519"/>
                </a:lnTo>
                <a:lnTo>
                  <a:pt x="0" y="29395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86866" y="3968219"/>
            <a:ext cx="11061136" cy="47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" sz="2800" dirty="0"/>
              <a:t>{{BULLET_1}}</a:t>
            </a:r>
            <a:endParaRPr lang="en-US" sz="2799" dirty="0">
              <a:solidFill>
                <a:srgbClr val="000000"/>
              </a:solidFill>
              <a:latin typeface="Noah"/>
              <a:ea typeface="Noah"/>
              <a:cs typeface="Noah"/>
              <a:sym typeface="Noah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2020744" y="3630534"/>
            <a:ext cx="1383840" cy="1378651"/>
          </a:xfrm>
          <a:custGeom>
            <a:avLst/>
            <a:gdLst/>
            <a:ahLst/>
            <a:cxnLst/>
            <a:rect l="l" t="t" r="r" b="b"/>
            <a:pathLst>
              <a:path w="1383840" h="1378651">
                <a:moveTo>
                  <a:pt x="0" y="0"/>
                </a:moveTo>
                <a:lnTo>
                  <a:pt x="1383840" y="0"/>
                </a:lnTo>
                <a:lnTo>
                  <a:pt x="1383840" y="1378651"/>
                </a:lnTo>
                <a:lnTo>
                  <a:pt x="0" y="13786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86866" y="5991219"/>
            <a:ext cx="11061136" cy="47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" sz="2800" dirty="0"/>
              <a:t>{{BULLET_2}}</a:t>
            </a:r>
            <a:endParaRPr lang="en-US" sz="2799" dirty="0">
              <a:solidFill>
                <a:srgbClr val="000000"/>
              </a:solidFill>
              <a:latin typeface="Noah"/>
              <a:ea typeface="Noah"/>
              <a:cs typeface="Noah"/>
              <a:sym typeface="Noah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020744" y="5653534"/>
            <a:ext cx="1383840" cy="1378651"/>
          </a:xfrm>
          <a:custGeom>
            <a:avLst/>
            <a:gdLst/>
            <a:ahLst/>
            <a:cxnLst/>
            <a:rect l="l" t="t" r="r" b="b"/>
            <a:pathLst>
              <a:path w="1383840" h="1378651">
                <a:moveTo>
                  <a:pt x="0" y="0"/>
                </a:moveTo>
                <a:lnTo>
                  <a:pt x="1383840" y="0"/>
                </a:lnTo>
                <a:lnTo>
                  <a:pt x="1383840" y="1378651"/>
                </a:lnTo>
                <a:lnTo>
                  <a:pt x="0" y="13786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8"/>
          <p:cNvSpPr/>
          <p:nvPr/>
        </p:nvSpPr>
        <p:spPr>
          <a:xfrm>
            <a:off x="2020744" y="7676534"/>
            <a:ext cx="1383840" cy="1378651"/>
          </a:xfrm>
          <a:custGeom>
            <a:avLst/>
            <a:gdLst/>
            <a:ahLst/>
            <a:cxnLst/>
            <a:rect l="l" t="t" r="r" b="b"/>
            <a:pathLst>
              <a:path w="1383840" h="1378651">
                <a:moveTo>
                  <a:pt x="0" y="0"/>
                </a:moveTo>
                <a:lnTo>
                  <a:pt x="1383840" y="0"/>
                </a:lnTo>
                <a:lnTo>
                  <a:pt x="1383840" y="1378651"/>
                </a:lnTo>
                <a:lnTo>
                  <a:pt x="0" y="13786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7"/>
          <p:cNvSpPr txBox="1"/>
          <p:nvPr/>
        </p:nvSpPr>
        <p:spPr>
          <a:xfrm>
            <a:off x="3886866" y="8014219"/>
            <a:ext cx="11061136" cy="47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" sz="2800" dirty="0"/>
              <a:t>{{BULLET_3}}</a:t>
            </a:r>
            <a:endParaRPr lang="en-US" sz="2799" dirty="0">
              <a:solidFill>
                <a:srgbClr val="000000"/>
              </a:solidFill>
              <a:latin typeface="Noah"/>
              <a:ea typeface="Noah"/>
              <a:cs typeface="Noah"/>
              <a:sym typeface="Noa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67555" y="3831845"/>
            <a:ext cx="14952889" cy="218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8"/>
              </a:lnSpc>
            </a:pPr>
            <a:r>
              <a:rPr lang="en" sz="9600" dirty="0"/>
              <a:t>{{TITLE}}</a:t>
            </a:r>
            <a:endParaRPr lang="en-US" sz="13720" dirty="0">
              <a:solidFill>
                <a:srgbClr val="000000"/>
              </a:solidFill>
              <a:latin typeface="Quiche"/>
              <a:ea typeface="Quiche"/>
              <a:cs typeface="Quiche"/>
              <a:sym typeface="Quich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045654" y="0"/>
            <a:ext cx="12362256" cy="3142073"/>
          </a:xfrm>
          <a:custGeom>
            <a:avLst/>
            <a:gdLst/>
            <a:ahLst/>
            <a:cxnLst/>
            <a:rect l="l" t="t" r="r" b="b"/>
            <a:pathLst>
              <a:path w="12362256" h="3142073">
                <a:moveTo>
                  <a:pt x="0" y="0"/>
                </a:moveTo>
                <a:lnTo>
                  <a:pt x="12362256" y="0"/>
                </a:lnTo>
                <a:lnTo>
                  <a:pt x="12362256" y="3142073"/>
                </a:lnTo>
                <a:lnTo>
                  <a:pt x="0" y="31420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792817" y="6093205"/>
            <a:ext cx="9433965" cy="874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51"/>
              </a:lnSpc>
            </a:pPr>
            <a:endParaRPr lang="en-US" sz="4965" dirty="0">
              <a:solidFill>
                <a:srgbClr val="000000"/>
              </a:solidFill>
              <a:latin typeface="Noah"/>
              <a:ea typeface="Noah"/>
              <a:cs typeface="Noah"/>
              <a:sym typeface="Noah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-678427" y="7687263"/>
            <a:ext cx="12362256" cy="3142073"/>
          </a:xfrm>
          <a:custGeom>
            <a:avLst/>
            <a:gdLst/>
            <a:ahLst/>
            <a:cxnLst/>
            <a:rect l="l" t="t" r="r" b="b"/>
            <a:pathLst>
              <a:path w="12362256" h="3142073">
                <a:moveTo>
                  <a:pt x="0" y="0"/>
                </a:moveTo>
                <a:lnTo>
                  <a:pt x="12362256" y="0"/>
                </a:lnTo>
                <a:lnTo>
                  <a:pt x="12362256" y="3142074"/>
                </a:lnTo>
                <a:lnTo>
                  <a:pt x="0" y="3142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</Words>
  <Application>Microsoft Macintosh PowerPoint</Application>
  <PresentationFormat>Произвольный</PresentationFormat>
  <Paragraphs>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Calibri</vt:lpstr>
      <vt:lpstr>Quiche</vt:lpstr>
      <vt:lpstr>Arial</vt:lpstr>
      <vt:lpstr>Noah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Gold Gradient Modern Elegant Presentation</dc:title>
  <cp:lastModifiedBy>Gleb Yakovlev</cp:lastModifiedBy>
  <cp:revision>3</cp:revision>
  <dcterms:created xsi:type="dcterms:W3CDTF">2006-08-16T00:00:00Z</dcterms:created>
  <dcterms:modified xsi:type="dcterms:W3CDTF">2026-08-26T19:30:40Z</dcterms:modified>
  <dc:identifier>DAHTOhkET5M</dc:identifier>
</cp:coreProperties>
</file>