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4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640080" y="548640"/>
            <a:ext cx="201168" cy="201168"/>
          </a:xfrm>
          <a:prstGeom prst="diamond">
            <a:avLst/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916686" y="548640"/>
            <a:ext cx="201168" cy="201168"/>
          </a:xfrm>
          <a:prstGeom prst="diamond">
            <a:avLst/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640080" y="825246"/>
            <a:ext cx="201168" cy="201168"/>
          </a:xfrm>
          <a:prstGeom prst="diamond">
            <a:avLst/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iamond 6"/>
          <p:cNvSpPr/>
          <p:nvPr/>
        </p:nvSpPr>
        <p:spPr>
          <a:xfrm>
            <a:off x="916686" y="825246"/>
            <a:ext cx="201168" cy="201168"/>
          </a:xfrm>
          <a:prstGeom prst="diamond">
            <a:avLst/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2D2D2"/>
                </a:solidFill>
                <a:latin typeface="Arial"/>
              </a:rPr>
              <a:t>{{SUBTITLE}}</a:t>
            </a:r>
          </a:p>
        </p:txBody>
      </p:sp>
      <p:sp>
        <p:nvSpPr>
          <p:cNvPr id="10" name="Donut 9"/>
          <p:cNvSpPr/>
          <p:nvPr/>
        </p:nvSpPr>
        <p:spPr>
          <a:xfrm>
            <a:off x="8503920" y="914400"/>
            <a:ext cx="2926080" cy="2926080"/>
          </a:xfrm>
          <a:prstGeom prst="donut">
            <a:avLst>
              <a:gd name="adj" fmla="val 12000"/>
            </a:avLst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640080" y="548640"/>
            <a:ext cx="182880" cy="182880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891540" y="548640"/>
            <a:ext cx="182880" cy="182880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640080" y="800100"/>
            <a:ext cx="182880" cy="182880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iamond 6"/>
          <p:cNvSpPr/>
          <p:nvPr/>
        </p:nvSpPr>
        <p:spPr>
          <a:xfrm>
            <a:off x="891540" y="800100"/>
            <a:ext cx="182880" cy="182880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{{TITLE}}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Arial"/>
              </a:rPr>
              <a:t>{{TEXT}}</a:t>
            </a:r>
          </a:p>
        </p:txBody>
      </p:sp>
      <p:sp>
        <p:nvSpPr>
          <p:cNvPr id="10" name="IMAGE_PLACEHOLDER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>
            <a:off x="6126480" y="5120640"/>
            <a:ext cx="914400" cy="1280160"/>
          </a:xfrm>
          <a:prstGeom prst="triangle">
            <a:avLst/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iamond 2"/>
          <p:cNvSpPr/>
          <p:nvPr/>
        </p:nvSpPr>
        <p:spPr>
          <a:xfrm>
            <a:off x="640080" y="457200"/>
            <a:ext cx="182880" cy="182880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891540" y="457200"/>
            <a:ext cx="182880" cy="182880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640080" y="708660"/>
            <a:ext cx="182880" cy="182880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891540" y="708660"/>
            <a:ext cx="182880" cy="182880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{{TITLE}}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777240" y="4206240"/>
            <a:ext cx="3200400" cy="1828800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172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{{BULLET_1}}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4206240" y="3383280"/>
            <a:ext cx="3200400" cy="2651760"/>
          </a:xfrm>
          <a:prstGeom prst="triangle">
            <a:avLst/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6172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{{BULLET_2}}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7635240" y="2560320"/>
            <a:ext cx="3200400" cy="3474720"/>
          </a:xfrm>
          <a:prstGeom prst="triangle">
            <a:avLst/>
          </a:prstGeom>
          <a:solidFill>
            <a:srgbClr val="E83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6172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{{BULLET_3}}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H="1">
            <a:off x="5943600" y="457200"/>
            <a:ext cx="2743200" cy="5943600"/>
          </a:xfrm>
          <a:prstGeom prst="line">
            <a:avLst/>
          </a:prstGeom>
          <a:ln w="31750">
            <a:solidFill>
              <a:srgbClr val="E837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686800" y="457200"/>
            <a:ext cx="2743200" cy="5943600"/>
          </a:xfrm>
          <a:prstGeom prst="line">
            <a:avLst/>
          </a:prstGeom>
          <a:ln w="31750">
            <a:solidFill>
              <a:srgbClr val="E837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83464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{{TITLE}}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</Words>
  <Application>Microsoft Macintosh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Gleb Yakovlev</cp:lastModifiedBy>
  <cp:revision>1</cp:revision>
  <dcterms:created xsi:type="dcterms:W3CDTF">2013-01-27T09:14:16Z</dcterms:created>
  <dcterms:modified xsi:type="dcterms:W3CDTF">2026-08-26T20:30:14Z</dcterms:modified>
  <cp:category/>
</cp:coreProperties>
</file>