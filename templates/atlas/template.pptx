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31"/>
    <p:restoredTop sz="96203"/>
  </p:normalViewPr>
  <p:slideViewPr>
    <p:cSldViewPr snapToGrid="0">
      <p:cViewPr varScale="1">
        <p:scale>
          <a:sx n="124" d="100"/>
          <a:sy n="124" d="100"/>
        </p:scale>
        <p:origin x="2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48A87A34-81AB-432B-8DAE-1953F412C126}" type="datetimeFigureOut">
              <a:rPr lang="en-US" dirty="0"/>
              <a:pPr/>
              <a:t>8/26/26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8/26/26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8/26/26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8/26/26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8/26/26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8/26/26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8/26/26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8/26/26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843B086-E951-4EEB-0883-F221572A8B0A}"/>
              </a:ext>
            </a:extLst>
          </p:cNvPr>
          <p:cNvSpPr txBox="1"/>
          <p:nvPr/>
        </p:nvSpPr>
        <p:spPr>
          <a:xfrm>
            <a:off x="1684962" y="2560320"/>
            <a:ext cx="881522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dirty="0">
                <a:solidFill>
                  <a:srgbClr val="FFFFFF"/>
                </a:solidFill>
              </a:rPr>
              <a:t>{{TITLE}}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15BAA7-BDC3-96C7-3617-AE3FBB886EC8}"/>
              </a:ext>
            </a:extLst>
          </p:cNvPr>
          <p:cNvSpPr txBox="1"/>
          <p:nvPr/>
        </p:nvSpPr>
        <p:spPr>
          <a:xfrm>
            <a:off x="1684962" y="3657600"/>
            <a:ext cx="881522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{{SUBTITLE}}</a:t>
            </a:r>
          </a:p>
        </p:txBody>
      </p:sp>
    </p:spTree>
    <p:extLst>
      <p:ext uri="{BB962C8B-B14F-4D97-AF65-F5344CB8AC3E}">
        <p14:creationId xmlns:p14="http://schemas.microsoft.com/office/powerpoint/2010/main" val="1084935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0D0BAAE-42F0-1C00-9B23-C6782FB42697}"/>
              </a:ext>
            </a:extLst>
          </p:cNvPr>
          <p:cNvSpPr txBox="1"/>
          <p:nvPr/>
        </p:nvSpPr>
        <p:spPr>
          <a:xfrm>
            <a:off x="791680" y="3016017"/>
            <a:ext cx="368785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>
                <a:solidFill>
                  <a:srgbClr val="FFFFFF"/>
                </a:solidFill>
              </a:rPr>
              <a:t>{{TITLE}}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B66F7C-2967-4240-02E9-112483C40B2E}"/>
              </a:ext>
            </a:extLst>
          </p:cNvPr>
          <p:cNvSpPr txBox="1"/>
          <p:nvPr/>
        </p:nvSpPr>
        <p:spPr>
          <a:xfrm>
            <a:off x="5653870" y="930964"/>
            <a:ext cx="2600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dirty="0">
                <a:solidFill>
                  <a:srgbClr val="282828"/>
                </a:solidFill>
              </a:rPr>
              <a:t>{{TEXT}}</a:t>
            </a:r>
          </a:p>
        </p:txBody>
      </p:sp>
      <p:sp>
        <p:nvSpPr>
          <p:cNvPr id="6" name="IMAGE_PLACEHOLDER"/>
          <p:cNvSpPr/>
          <p:nvPr/>
        </p:nvSpPr>
        <p:spPr>
          <a:xfrm>
            <a:off x="8453870" y="930964"/>
            <a:ext cx="2503520" cy="4754880"/>
          </a:xfrm>
          <a:prstGeom prst="rect">
            <a:avLst/>
          </a:prstGeom>
          <a:solidFill>
            <a:srgbClr val="F0F0F0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495833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3CEB56E-69C7-DD56-654B-238823B75AE9}"/>
              </a:ext>
            </a:extLst>
          </p:cNvPr>
          <p:cNvSpPr txBox="1"/>
          <p:nvPr/>
        </p:nvSpPr>
        <p:spPr>
          <a:xfrm>
            <a:off x="5118447" y="930964"/>
            <a:ext cx="6272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dirty="0">
                <a:solidFill>
                  <a:srgbClr val="282828"/>
                </a:solidFill>
              </a:rPr>
              <a:t>{{BULLET_1}}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7B14E2-1A8C-3448-B58B-6E95D29B4D5A}"/>
              </a:ext>
            </a:extLst>
          </p:cNvPr>
          <p:cNvSpPr txBox="1"/>
          <p:nvPr/>
        </p:nvSpPr>
        <p:spPr>
          <a:xfrm>
            <a:off x="5118447" y="3429000"/>
            <a:ext cx="6272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dirty="0">
                <a:solidFill>
                  <a:srgbClr val="282828"/>
                </a:solidFill>
              </a:rPr>
              <a:t>{{BULLET_2}}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01E259-E609-2074-F031-D30E56EE2F43}"/>
              </a:ext>
            </a:extLst>
          </p:cNvPr>
          <p:cNvSpPr txBox="1"/>
          <p:nvPr/>
        </p:nvSpPr>
        <p:spPr>
          <a:xfrm>
            <a:off x="801531" y="2844225"/>
            <a:ext cx="366772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dirty="0">
                <a:solidFill>
                  <a:srgbClr val="FFFFFF"/>
                </a:solidFill>
              </a:rPr>
              <a:t>{{TITLE}}</a:t>
            </a: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EE7B14E2-1A8C-3448-B58B-6E95D29B4D5A}"/>
              </a:ext>
            </a:extLst>
          </p:cNvPr>
          <p:cNvSpPr txBox="1"/>
          <p:nvPr/>
        </p:nvSpPr>
        <p:spPr>
          <a:xfrm>
            <a:off x="5118447" y="5927036"/>
            <a:ext cx="6272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dirty="0">
                <a:solidFill>
                  <a:srgbClr val="282828"/>
                </a:solidFill>
              </a:rPr>
              <a:t>{{BULLET_3}}</a:t>
            </a:r>
          </a:p>
        </p:txBody>
      </p:sp>
    </p:spTree>
    <p:extLst>
      <p:ext uri="{BB962C8B-B14F-4D97-AF65-F5344CB8AC3E}">
        <p14:creationId xmlns:p14="http://schemas.microsoft.com/office/powerpoint/2010/main" val="2555024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6617D74-2FD4-0505-5EA0-B0D3AFE1A175}"/>
              </a:ext>
            </a:extLst>
          </p:cNvPr>
          <p:cNvSpPr txBox="1"/>
          <p:nvPr/>
        </p:nvSpPr>
        <p:spPr>
          <a:xfrm>
            <a:off x="3267182" y="2560320"/>
            <a:ext cx="567133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dirty="0">
                <a:solidFill>
                  <a:srgbClr val="FFFFFF"/>
                </a:solidFill>
              </a:rPr>
              <a:t>{{TITLE}}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2931F3-554A-1826-F18D-B9F1B48B41D9}"/>
              </a:ext>
            </a:extLst>
          </p:cNvPr>
          <p:cNvSpPr txBox="1"/>
          <p:nvPr/>
        </p:nvSpPr>
        <p:spPr>
          <a:xfrm>
            <a:off x="3267182" y="3528240"/>
            <a:ext cx="56713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344657523"/>
      </p:ext>
    </p:extLst>
  </p:cSld>
  <p:clrMapOvr>
    <a:masterClrMapping/>
  </p:clrMapOvr>
</p:sld>
</file>

<file path=ppt/theme/theme1.xml><?xml version="1.0" encoding="utf-8"?>
<a:theme xmlns:a="http://schemas.openxmlformats.org/drawingml/2006/main" name="Атлас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Атлас</Template>
  <TotalTime>3</TotalTime>
  <Words>33</Words>
  <Application>Microsoft Macintosh PowerPoint</Application>
  <PresentationFormat>Широкоэкранный</PresentationFormat>
  <Paragraphs>9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Calibri Light</vt:lpstr>
      <vt:lpstr>Rockwell</vt:lpstr>
      <vt:lpstr>Wingdings</vt:lpstr>
      <vt:lpstr>Атлас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Gleb Yakovlev</dc:creator>
  <cp:lastModifiedBy>Gleb Yakovlev</cp:lastModifiedBy>
  <cp:revision>2</cp:revision>
  <dcterms:created xsi:type="dcterms:W3CDTF">2026-08-11T19:03:53Z</dcterms:created>
  <dcterms:modified xsi:type="dcterms:W3CDTF">2026-08-26T19:54:57Z</dcterms:modified>
</cp:coreProperties>
</file>