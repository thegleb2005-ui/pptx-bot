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70"/>
  </p:normalViewPr>
  <p:slideViewPr>
    <p:cSldViewPr snapToGrid="0" snapToObjects="1">
      <p:cViewPr varScale="1">
        <p:scale>
          <a:sx n="117" d="100"/>
          <a:sy n="117" d="100"/>
        </p:scale>
        <p:origin x="4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 rotWithShape="1">
          <a:gsLst>
            <a:gs pos="0">
              <a:srgbClr val="4828C8"/>
            </a:gs>
            <a:gs pos="100000">
              <a:srgbClr val="E63C8C"/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554480" y="2103120"/>
            <a:ext cx="9144000" cy="2651760"/>
          </a:xfrm>
          <a:prstGeom prst="roundRect">
            <a:avLst>
              <a:gd name="adj" fmla="val 18000"/>
            </a:avLst>
          </a:prstGeom>
          <a:solidFill>
            <a:srgbClr val="FFFFFF">
              <a:alpha val="18000"/>
            </a:srgbClr>
          </a:solidFill>
          <a:ln w="15875">
            <a:solidFill>
              <a:srgbClr val="FFFFFF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20240" y="2514600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Helvetica Neue"/>
              </a:rPr>
              <a:t>{{TITLE}}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3520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Helvetica Neue"/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400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Helvetica Neue"/>
              </a:rPr>
              <a:t>{{TITLE}}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737360"/>
            <a:ext cx="5120640" cy="4206240"/>
          </a:xfrm>
          <a:prstGeom prst="roundRect">
            <a:avLst>
              <a:gd name="adj" fmla="val 10000"/>
            </a:avLst>
          </a:prstGeom>
          <a:solidFill>
            <a:srgbClr val="FFFFFF">
              <a:alpha val="18000"/>
            </a:srgbClr>
          </a:solidFill>
          <a:ln w="15875">
            <a:solidFill>
              <a:srgbClr val="FFFFFF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103120"/>
            <a:ext cx="4480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Helvetica Neue"/>
              </a:rPr>
              <a:t>{{TEXT}}</a:t>
            </a:r>
          </a:p>
        </p:txBody>
      </p:sp>
      <p:sp>
        <p:nvSpPr>
          <p:cNvPr id="5" name="IMAGE_PLACEHOLDER"/>
          <p:cNvSpPr/>
          <p:nvPr/>
        </p:nvSpPr>
        <p:spPr>
          <a:xfrm>
            <a:off x="6309360" y="822960"/>
            <a:ext cx="5120640" cy="5120640"/>
          </a:xfrm>
          <a:prstGeom prst="roundRect">
            <a:avLst>
              <a:gd name="adj" fmla="val 8000"/>
            </a:avLst>
          </a:prstGeom>
          <a:solidFill>
            <a:srgbClr val="FFFFFF">
              <a:alpha val="12000"/>
            </a:srgbClr>
          </a:solidFill>
          <a:ln w="15875">
            <a:solidFill>
              <a:srgbClr val="FFFFFF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Helvetica Neue"/>
              </a:rPr>
              <a:t>{{TITLE}}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920240"/>
            <a:ext cx="3383280" cy="3840480"/>
          </a:xfrm>
          <a:prstGeom prst="roundRect">
            <a:avLst>
              <a:gd name="adj" fmla="val 14000"/>
            </a:avLst>
          </a:prstGeom>
          <a:solidFill>
            <a:srgbClr val="FFFFFF">
              <a:alpha val="16000"/>
            </a:srgbClr>
          </a:solidFill>
          <a:ln w="15875">
            <a:solidFill>
              <a:srgbClr val="FFFFFF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011680" y="2423160"/>
            <a:ext cx="1005840" cy="100584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Lightning Bolt 4"/>
          <p:cNvSpPr/>
          <p:nvPr/>
        </p:nvSpPr>
        <p:spPr>
          <a:xfrm>
            <a:off x="2303374" y="2714854"/>
            <a:ext cx="422452" cy="422452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374904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Helvetica Neue"/>
              </a:rPr>
              <a:t>{{BULLET_1}}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920240"/>
            <a:ext cx="3383280" cy="3840480"/>
          </a:xfrm>
          <a:prstGeom prst="roundRect">
            <a:avLst>
              <a:gd name="adj" fmla="val 14000"/>
            </a:avLst>
          </a:prstGeom>
          <a:solidFill>
            <a:srgbClr val="FFFFFF">
              <a:alpha val="16000"/>
            </a:srgbClr>
          </a:solidFill>
          <a:ln w="15875">
            <a:solidFill>
              <a:srgbClr val="FFFFFF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715000" y="2423160"/>
            <a:ext cx="1005840" cy="100584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5-Point Star 8"/>
          <p:cNvSpPr/>
          <p:nvPr/>
        </p:nvSpPr>
        <p:spPr>
          <a:xfrm>
            <a:off x="6006694" y="2714854"/>
            <a:ext cx="422452" cy="422452"/>
          </a:xfrm>
          <a:prstGeom prst="star5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374904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Helvetica Neue"/>
              </a:rPr>
              <a:t>{{BULLET_2}}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920240"/>
            <a:ext cx="3383280" cy="3840480"/>
          </a:xfrm>
          <a:prstGeom prst="roundRect">
            <a:avLst>
              <a:gd name="adj" fmla="val 14000"/>
            </a:avLst>
          </a:prstGeom>
          <a:solidFill>
            <a:srgbClr val="FFFFFF">
              <a:alpha val="16000"/>
            </a:srgbClr>
          </a:solidFill>
          <a:ln w="15875">
            <a:solidFill>
              <a:srgbClr val="FFFFFF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418320" y="2423160"/>
            <a:ext cx="1005840" cy="100584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0" y="374904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Helvetica Neue"/>
              </a:rPr>
              <a:t>{{BULLET_3}}</a:t>
            </a:r>
          </a:p>
        </p:txBody>
      </p:sp>
      <p:sp>
        <p:nvSpPr>
          <p:cNvPr id="13" name="Freeform 12"/>
          <p:cNvSpPr/>
          <p:nvPr/>
        </p:nvSpPr>
        <p:spPr>
          <a:xfrm>
            <a:off x="9710014" y="2778221"/>
            <a:ext cx="422452" cy="295717"/>
          </a:xfrm>
          <a:custGeom>
            <a:avLst/>
            <a:gdLst/>
            <a:ahLst/>
            <a:cxnLst/>
            <a:rect l="l" t="t" r="r" b="b"/>
            <a:pathLst>
              <a:path w="422452" h="295717">
                <a:moveTo>
                  <a:pt x="0" y="168981"/>
                </a:moveTo>
                <a:lnTo>
                  <a:pt x="168980" y="295717"/>
                </a:lnTo>
                <a:lnTo>
                  <a:pt x="422452" y="0"/>
                </a:lnTo>
              </a:path>
            </a:pathLst>
          </a:custGeom>
          <a:noFill/>
          <a:ln w="635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194560" y="2651760"/>
            <a:ext cx="7772400" cy="1737360"/>
          </a:xfrm>
          <a:prstGeom prst="roundRect">
            <a:avLst>
              <a:gd name="adj" fmla="val 20000"/>
            </a:avLst>
          </a:prstGeom>
          <a:solidFill>
            <a:srgbClr val="FFFFFF">
              <a:alpha val="18000"/>
            </a:srgbClr>
          </a:solidFill>
          <a:ln w="15875">
            <a:solidFill>
              <a:srgbClr val="FFFFFF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194560" y="30632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Helvetica Neue"/>
              </a:rPr>
              <a:t>{{TITLE}}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</Words>
  <Application>Microsoft Macintosh PowerPoint</Application>
  <PresentationFormat>Широкоэкранный</PresentationFormat>
  <Paragraphs>9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Helvetica Neue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Gleb Yakovlev</cp:lastModifiedBy>
  <cp:revision>1</cp:revision>
  <dcterms:created xsi:type="dcterms:W3CDTF">2013-01-27T09:14:16Z</dcterms:created>
  <dcterms:modified xsi:type="dcterms:W3CDTF">2026-08-26T20:12:17Z</dcterms:modified>
  <cp:category/>
</cp:coreProperties>
</file>