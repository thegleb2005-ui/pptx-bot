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"/>
  </p:notesMasterIdLst>
  <p:sldIdLst>
    <p:sldId id="256" r:id="rId2"/>
    <p:sldId id="257" r:id="rId3"/>
    <p:sldId id="262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5F801E2-D3D2-49BA-BEB9-B769C8522753}">
          <p14:sldIdLst>
            <p14:sldId id="256"/>
          </p14:sldIdLst>
        </p14:section>
        <p14:section name="Introduction" id="{34398850-E675-499F-A6D7-530348AC9194}">
          <p14:sldIdLst>
            <p14:sldId id="257"/>
          </p14:sldIdLst>
        </p14:section>
        <p14:section name="Vision &amp; Mission" id="{E54ADAD7-1F32-4F54-8876-41380C65EE08}">
          <p14:sldIdLst/>
        </p14:section>
        <p14:section name="Facilities" id="{07BA25CD-8465-4A3C-9146-9FF4DF4EF44F}">
          <p14:sldIdLst/>
        </p14:section>
        <p14:section name="Product / Project" id="{AB343FEB-5A28-4B6A-821E-2B2FEE079B0C}">
          <p14:sldIdLst/>
        </p14:section>
        <p14:section name="Team" id="{3A62021F-337C-4C26-AAFD-6C79D305A2C7}">
          <p14:sldIdLst/>
        </p14:section>
        <p14:section name="Service" id="{3FC53F8B-91F2-4A45-90FF-48AB05221320}">
          <p14:sldIdLst>
            <p14:sldId id="262"/>
          </p14:sldIdLst>
        </p14:section>
        <p14:section name="Portfolio" id="{CE5C07BE-1A3D-49B9-BD05-028726E7F764}">
          <p14:sldIdLst/>
        </p14:section>
        <p14:section name="Infographic" id="{FEE0290D-2E24-4030-BF8D-52D474E48318}">
          <p14:sldIdLst/>
        </p14:section>
        <p14:section name="Contact" id="{C9A8E897-240C-4EE0-ADBE-6BF6261E7FA9}">
          <p14:sldIdLst/>
        </p14:section>
        <p14:section name="End Slide" id="{5079C78B-EBC7-4527-93EC-1B032E805F0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9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9" autoAdjust="0"/>
    <p:restoredTop sz="94637" autoAdjust="0"/>
  </p:normalViewPr>
  <p:slideViewPr>
    <p:cSldViewPr snapToGrid="0">
      <p:cViewPr varScale="1">
        <p:scale>
          <a:sx n="124" d="100"/>
          <a:sy n="124" d="100"/>
        </p:scale>
        <p:origin x="360" y="1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EE214-32CF-4B74-B0F4-2E4354317271}" type="datetimeFigureOut">
              <a:rPr lang="en-ID" smtClean="0"/>
              <a:t>25/08/26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260A1-C1F3-4097-A9A1-5DF3C98D95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011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260A1-C1F3-4097-A9A1-5DF3C98D95DE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260A1-C1F3-4097-A9A1-5DF3C98D95DE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9761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260A1-C1F3-4097-A9A1-5DF3C98D95DE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242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260A1-C1F3-4097-A9A1-5DF3C98D95D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615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9DB3D6C-4E85-192A-DCB0-A28B59981A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4099" y="1289050"/>
            <a:ext cx="3627967" cy="4352698"/>
          </a:xfrm>
          <a:custGeom>
            <a:avLst/>
            <a:gdLst>
              <a:gd name="connsiteX0" fmla="*/ 0 w 3627967"/>
              <a:gd name="connsiteY0" fmla="*/ 0 h 4352698"/>
              <a:gd name="connsiteX1" fmla="*/ 3627967 w 3627967"/>
              <a:gd name="connsiteY1" fmla="*/ 0 h 4352698"/>
              <a:gd name="connsiteX2" fmla="*/ 3627967 w 3627967"/>
              <a:gd name="connsiteY2" fmla="*/ 4352698 h 4352698"/>
              <a:gd name="connsiteX3" fmla="*/ 0 w 3627967"/>
              <a:gd name="connsiteY3" fmla="*/ 4352698 h 435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7967" h="4352698">
                <a:moveTo>
                  <a:pt x="0" y="0"/>
                </a:moveTo>
                <a:lnTo>
                  <a:pt x="3627967" y="0"/>
                </a:lnTo>
                <a:lnTo>
                  <a:pt x="3627967" y="4352698"/>
                </a:lnTo>
                <a:lnTo>
                  <a:pt x="0" y="435269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90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914F18-7873-B47A-56A0-665D97F117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89851" y="1274002"/>
            <a:ext cx="2890520" cy="2720481"/>
          </a:xfrm>
          <a:custGeom>
            <a:avLst/>
            <a:gdLst>
              <a:gd name="connsiteX0" fmla="*/ 0 w 2890520"/>
              <a:gd name="connsiteY0" fmla="*/ 0 h 2720481"/>
              <a:gd name="connsiteX1" fmla="*/ 2890520 w 2890520"/>
              <a:gd name="connsiteY1" fmla="*/ 0 h 2720481"/>
              <a:gd name="connsiteX2" fmla="*/ 2890520 w 2890520"/>
              <a:gd name="connsiteY2" fmla="*/ 2720481 h 2720481"/>
              <a:gd name="connsiteX3" fmla="*/ 0 w 2890520"/>
              <a:gd name="connsiteY3" fmla="*/ 2720481 h 2720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0520" h="2720481">
                <a:moveTo>
                  <a:pt x="0" y="0"/>
                </a:moveTo>
                <a:lnTo>
                  <a:pt x="2890520" y="0"/>
                </a:lnTo>
                <a:lnTo>
                  <a:pt x="2890520" y="2720481"/>
                </a:lnTo>
                <a:lnTo>
                  <a:pt x="0" y="2720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CE0F81-2891-DD58-FEF0-4BE1B08419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29804" y="2911642"/>
            <a:ext cx="2890520" cy="2720481"/>
          </a:xfrm>
          <a:custGeom>
            <a:avLst/>
            <a:gdLst>
              <a:gd name="connsiteX0" fmla="*/ 0 w 2890520"/>
              <a:gd name="connsiteY0" fmla="*/ 0 h 2720481"/>
              <a:gd name="connsiteX1" fmla="*/ 2890520 w 2890520"/>
              <a:gd name="connsiteY1" fmla="*/ 0 h 2720481"/>
              <a:gd name="connsiteX2" fmla="*/ 2890520 w 2890520"/>
              <a:gd name="connsiteY2" fmla="*/ 2720481 h 2720481"/>
              <a:gd name="connsiteX3" fmla="*/ 0 w 2890520"/>
              <a:gd name="connsiteY3" fmla="*/ 2720481 h 2720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0520" h="2720481">
                <a:moveTo>
                  <a:pt x="0" y="0"/>
                </a:moveTo>
                <a:lnTo>
                  <a:pt x="2890520" y="0"/>
                </a:lnTo>
                <a:lnTo>
                  <a:pt x="2890520" y="2720481"/>
                </a:lnTo>
                <a:lnTo>
                  <a:pt x="0" y="2720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7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EC54CD-5C6E-EEBA-8089-E7909D02AE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0861" y="1270000"/>
            <a:ext cx="1955358" cy="2159000"/>
          </a:xfrm>
          <a:custGeom>
            <a:avLst/>
            <a:gdLst>
              <a:gd name="connsiteX0" fmla="*/ 0 w 1955358"/>
              <a:gd name="connsiteY0" fmla="*/ 0 h 2159000"/>
              <a:gd name="connsiteX1" fmla="*/ 1955358 w 1955358"/>
              <a:gd name="connsiteY1" fmla="*/ 0 h 2159000"/>
              <a:gd name="connsiteX2" fmla="*/ 1955358 w 1955358"/>
              <a:gd name="connsiteY2" fmla="*/ 2159000 h 2159000"/>
              <a:gd name="connsiteX3" fmla="*/ 0 w 1955358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5358" h="2159000">
                <a:moveTo>
                  <a:pt x="0" y="0"/>
                </a:moveTo>
                <a:lnTo>
                  <a:pt x="1955358" y="0"/>
                </a:lnTo>
                <a:lnTo>
                  <a:pt x="1955358" y="2159000"/>
                </a:lnTo>
                <a:lnTo>
                  <a:pt x="0" y="215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8A15E92-D4E1-EB3E-AF08-D873DEE70B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41019" y="1269999"/>
            <a:ext cx="1955358" cy="2159865"/>
          </a:xfrm>
          <a:custGeom>
            <a:avLst/>
            <a:gdLst>
              <a:gd name="connsiteX0" fmla="*/ 0 w 1955358"/>
              <a:gd name="connsiteY0" fmla="*/ 0 h 2159865"/>
              <a:gd name="connsiteX1" fmla="*/ 1955358 w 1955358"/>
              <a:gd name="connsiteY1" fmla="*/ 0 h 2159865"/>
              <a:gd name="connsiteX2" fmla="*/ 1955358 w 1955358"/>
              <a:gd name="connsiteY2" fmla="*/ 2159865 h 2159865"/>
              <a:gd name="connsiteX3" fmla="*/ 0 w 1955358"/>
              <a:gd name="connsiteY3" fmla="*/ 2159865 h 2159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5358" h="2159865">
                <a:moveTo>
                  <a:pt x="0" y="0"/>
                </a:moveTo>
                <a:lnTo>
                  <a:pt x="1955358" y="0"/>
                </a:lnTo>
                <a:lnTo>
                  <a:pt x="1955358" y="2159865"/>
                </a:lnTo>
                <a:lnTo>
                  <a:pt x="0" y="21598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8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5848CC-8C25-4F42-1CC3-8C4C75D91E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4699000" cy="3429000"/>
          </a:xfrm>
          <a:custGeom>
            <a:avLst/>
            <a:gdLst>
              <a:gd name="connsiteX0" fmla="*/ 0 w 4699000"/>
              <a:gd name="connsiteY0" fmla="*/ 0 h 2734228"/>
              <a:gd name="connsiteX1" fmla="*/ 4699000 w 4699000"/>
              <a:gd name="connsiteY1" fmla="*/ 0 h 2734228"/>
              <a:gd name="connsiteX2" fmla="*/ 4699000 w 4699000"/>
              <a:gd name="connsiteY2" fmla="*/ 2734228 h 2734228"/>
              <a:gd name="connsiteX3" fmla="*/ 0 w 4699000"/>
              <a:gd name="connsiteY3" fmla="*/ 2734228 h 273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0" h="2734228">
                <a:moveTo>
                  <a:pt x="0" y="0"/>
                </a:moveTo>
                <a:lnTo>
                  <a:pt x="4699000" y="0"/>
                </a:lnTo>
                <a:lnTo>
                  <a:pt x="4699000" y="2734228"/>
                </a:lnTo>
                <a:lnTo>
                  <a:pt x="0" y="27342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C6D31F-F85C-7523-6327-0BABA157BC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0609" y="0"/>
            <a:ext cx="5464250" cy="2717800"/>
          </a:xfrm>
          <a:custGeom>
            <a:avLst/>
            <a:gdLst>
              <a:gd name="connsiteX0" fmla="*/ 0 w 5464250"/>
              <a:gd name="connsiteY0" fmla="*/ 0 h 2734228"/>
              <a:gd name="connsiteX1" fmla="*/ 5464250 w 5464250"/>
              <a:gd name="connsiteY1" fmla="*/ 0 h 2734228"/>
              <a:gd name="connsiteX2" fmla="*/ 5464250 w 5464250"/>
              <a:gd name="connsiteY2" fmla="*/ 2734228 h 2734228"/>
              <a:gd name="connsiteX3" fmla="*/ 0 w 5464250"/>
              <a:gd name="connsiteY3" fmla="*/ 2734228 h 273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4250" h="2734228">
                <a:moveTo>
                  <a:pt x="0" y="0"/>
                </a:moveTo>
                <a:lnTo>
                  <a:pt x="5464250" y="0"/>
                </a:lnTo>
                <a:lnTo>
                  <a:pt x="5464250" y="2734228"/>
                </a:lnTo>
                <a:lnTo>
                  <a:pt x="0" y="27342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ACC10E6-E585-D727-9AFB-6BF553A4D7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3116" y="3429000"/>
            <a:ext cx="2304483" cy="2159000"/>
          </a:xfrm>
          <a:custGeom>
            <a:avLst/>
            <a:gdLst>
              <a:gd name="connsiteX0" fmla="*/ 0 w 2304483"/>
              <a:gd name="connsiteY0" fmla="*/ 0 h 2159000"/>
              <a:gd name="connsiteX1" fmla="*/ 2304483 w 2304483"/>
              <a:gd name="connsiteY1" fmla="*/ 0 h 2159000"/>
              <a:gd name="connsiteX2" fmla="*/ 2304483 w 2304483"/>
              <a:gd name="connsiteY2" fmla="*/ 2159000 h 2159000"/>
              <a:gd name="connsiteX3" fmla="*/ 0 w 2304483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483" h="2159000">
                <a:moveTo>
                  <a:pt x="0" y="0"/>
                </a:moveTo>
                <a:lnTo>
                  <a:pt x="2304483" y="0"/>
                </a:lnTo>
                <a:lnTo>
                  <a:pt x="2304483" y="2159000"/>
                </a:lnTo>
                <a:lnTo>
                  <a:pt x="0" y="215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2A47342-79B4-01BE-94CF-C2A985F8E3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44778" y="3428999"/>
            <a:ext cx="2304483" cy="2159000"/>
          </a:xfrm>
          <a:custGeom>
            <a:avLst/>
            <a:gdLst>
              <a:gd name="connsiteX0" fmla="*/ 0 w 2304483"/>
              <a:gd name="connsiteY0" fmla="*/ 0 h 2159000"/>
              <a:gd name="connsiteX1" fmla="*/ 2304483 w 2304483"/>
              <a:gd name="connsiteY1" fmla="*/ 0 h 2159000"/>
              <a:gd name="connsiteX2" fmla="*/ 2304483 w 2304483"/>
              <a:gd name="connsiteY2" fmla="*/ 2159000 h 2159000"/>
              <a:gd name="connsiteX3" fmla="*/ 0 w 2304483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483" h="2159000">
                <a:moveTo>
                  <a:pt x="0" y="0"/>
                </a:moveTo>
                <a:lnTo>
                  <a:pt x="2304483" y="0"/>
                </a:lnTo>
                <a:lnTo>
                  <a:pt x="2304483" y="2159000"/>
                </a:lnTo>
                <a:lnTo>
                  <a:pt x="0" y="215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FB0D152-1443-77B5-F7A2-F5F6459BD15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6440" y="3429000"/>
            <a:ext cx="2304483" cy="2159000"/>
          </a:xfrm>
          <a:custGeom>
            <a:avLst/>
            <a:gdLst>
              <a:gd name="connsiteX0" fmla="*/ 0 w 2304483"/>
              <a:gd name="connsiteY0" fmla="*/ 0 h 2159000"/>
              <a:gd name="connsiteX1" fmla="*/ 2304483 w 2304483"/>
              <a:gd name="connsiteY1" fmla="*/ 0 h 2159000"/>
              <a:gd name="connsiteX2" fmla="*/ 2304483 w 2304483"/>
              <a:gd name="connsiteY2" fmla="*/ 2159000 h 2159000"/>
              <a:gd name="connsiteX3" fmla="*/ 0 w 2304483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483" h="2159000">
                <a:moveTo>
                  <a:pt x="0" y="0"/>
                </a:moveTo>
                <a:lnTo>
                  <a:pt x="2304483" y="0"/>
                </a:lnTo>
                <a:lnTo>
                  <a:pt x="2304483" y="2159000"/>
                </a:lnTo>
                <a:lnTo>
                  <a:pt x="0" y="215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6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E703539-FB33-5A78-A347-B347BB36E4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020" y="3429000"/>
            <a:ext cx="5360269" cy="3421722"/>
          </a:xfrm>
          <a:custGeom>
            <a:avLst/>
            <a:gdLst>
              <a:gd name="connsiteX0" fmla="*/ 0 w 5360269"/>
              <a:gd name="connsiteY0" fmla="*/ 0 h 3421722"/>
              <a:gd name="connsiteX1" fmla="*/ 5360269 w 5360269"/>
              <a:gd name="connsiteY1" fmla="*/ 0 h 3421722"/>
              <a:gd name="connsiteX2" fmla="*/ 5360269 w 5360269"/>
              <a:gd name="connsiteY2" fmla="*/ 3421722 h 3421722"/>
              <a:gd name="connsiteX3" fmla="*/ 0 w 5360269"/>
              <a:gd name="connsiteY3" fmla="*/ 3421722 h 3421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0269" h="3421722">
                <a:moveTo>
                  <a:pt x="0" y="0"/>
                </a:moveTo>
                <a:lnTo>
                  <a:pt x="5360269" y="0"/>
                </a:lnTo>
                <a:lnTo>
                  <a:pt x="5360269" y="3421722"/>
                </a:lnTo>
                <a:lnTo>
                  <a:pt x="0" y="342172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5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0329D8-1297-F301-6C02-F6831F0AF7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8028" y="3429000"/>
            <a:ext cx="4323647" cy="2885173"/>
          </a:xfrm>
          <a:custGeom>
            <a:avLst/>
            <a:gdLst>
              <a:gd name="connsiteX0" fmla="*/ 0 w 4323647"/>
              <a:gd name="connsiteY0" fmla="*/ 0 h 2885173"/>
              <a:gd name="connsiteX1" fmla="*/ 4323647 w 4323647"/>
              <a:gd name="connsiteY1" fmla="*/ 0 h 2885173"/>
              <a:gd name="connsiteX2" fmla="*/ 4323647 w 4323647"/>
              <a:gd name="connsiteY2" fmla="*/ 2885173 h 2885173"/>
              <a:gd name="connsiteX3" fmla="*/ 0 w 4323647"/>
              <a:gd name="connsiteY3" fmla="*/ 2885173 h 2885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2885173">
                <a:moveTo>
                  <a:pt x="0" y="0"/>
                </a:moveTo>
                <a:lnTo>
                  <a:pt x="4323647" y="0"/>
                </a:lnTo>
                <a:lnTo>
                  <a:pt x="4323647" y="2885173"/>
                </a:lnTo>
                <a:lnTo>
                  <a:pt x="0" y="288517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F124D4-F39B-1EB1-0FC2-5D205C8306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43880" y="1264920"/>
            <a:ext cx="2385162" cy="2836505"/>
          </a:xfrm>
          <a:custGeom>
            <a:avLst/>
            <a:gdLst>
              <a:gd name="connsiteX0" fmla="*/ 0 w 2385162"/>
              <a:gd name="connsiteY0" fmla="*/ 0 h 2836505"/>
              <a:gd name="connsiteX1" fmla="*/ 2385162 w 2385162"/>
              <a:gd name="connsiteY1" fmla="*/ 0 h 2836505"/>
              <a:gd name="connsiteX2" fmla="*/ 2385162 w 2385162"/>
              <a:gd name="connsiteY2" fmla="*/ 2836505 h 2836505"/>
              <a:gd name="connsiteX3" fmla="*/ 0 w 2385162"/>
              <a:gd name="connsiteY3" fmla="*/ 2836505 h 2836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5162" h="2836505">
                <a:moveTo>
                  <a:pt x="0" y="0"/>
                </a:moveTo>
                <a:lnTo>
                  <a:pt x="2385162" y="0"/>
                </a:lnTo>
                <a:lnTo>
                  <a:pt x="2385162" y="2836505"/>
                </a:lnTo>
                <a:lnTo>
                  <a:pt x="0" y="283650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2DF6B78-E8A6-285F-3364-40BD48A15E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43880" y="4333776"/>
            <a:ext cx="2385162" cy="1980398"/>
          </a:xfrm>
          <a:custGeom>
            <a:avLst/>
            <a:gdLst>
              <a:gd name="connsiteX0" fmla="*/ 0 w 2385162"/>
              <a:gd name="connsiteY0" fmla="*/ 0 h 1980398"/>
              <a:gd name="connsiteX1" fmla="*/ 2385162 w 2385162"/>
              <a:gd name="connsiteY1" fmla="*/ 0 h 1980398"/>
              <a:gd name="connsiteX2" fmla="*/ 2385162 w 2385162"/>
              <a:gd name="connsiteY2" fmla="*/ 1980398 h 1980398"/>
              <a:gd name="connsiteX3" fmla="*/ 0 w 2385162"/>
              <a:gd name="connsiteY3" fmla="*/ 1980398 h 1980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5162" h="1980398">
                <a:moveTo>
                  <a:pt x="0" y="0"/>
                </a:moveTo>
                <a:lnTo>
                  <a:pt x="2385162" y="0"/>
                </a:lnTo>
                <a:lnTo>
                  <a:pt x="2385162" y="1980398"/>
                </a:lnTo>
                <a:lnTo>
                  <a:pt x="0" y="198039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1F3EF5C-97C7-94B0-508D-42CBAB7B31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71246" y="1264920"/>
            <a:ext cx="2849078" cy="5049253"/>
          </a:xfrm>
          <a:custGeom>
            <a:avLst/>
            <a:gdLst>
              <a:gd name="connsiteX0" fmla="*/ 0 w 2849078"/>
              <a:gd name="connsiteY0" fmla="*/ 0 h 5049253"/>
              <a:gd name="connsiteX1" fmla="*/ 2849078 w 2849078"/>
              <a:gd name="connsiteY1" fmla="*/ 0 h 5049253"/>
              <a:gd name="connsiteX2" fmla="*/ 2849078 w 2849078"/>
              <a:gd name="connsiteY2" fmla="*/ 5049253 h 5049253"/>
              <a:gd name="connsiteX3" fmla="*/ 0 w 2849078"/>
              <a:gd name="connsiteY3" fmla="*/ 5049253 h 5049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078" h="5049253">
                <a:moveTo>
                  <a:pt x="0" y="0"/>
                </a:moveTo>
                <a:lnTo>
                  <a:pt x="2849078" y="0"/>
                </a:lnTo>
                <a:lnTo>
                  <a:pt x="2849078" y="5049253"/>
                </a:lnTo>
                <a:lnTo>
                  <a:pt x="0" y="504925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2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696DC5-C0ED-7C9B-0CFE-F8A38C8DB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089851" cy="3429000"/>
          </a:xfrm>
          <a:custGeom>
            <a:avLst/>
            <a:gdLst>
              <a:gd name="connsiteX0" fmla="*/ 0 w 6089851"/>
              <a:gd name="connsiteY0" fmla="*/ 0 h 3429000"/>
              <a:gd name="connsiteX1" fmla="*/ 6089851 w 6089851"/>
              <a:gd name="connsiteY1" fmla="*/ 0 h 3429000"/>
              <a:gd name="connsiteX2" fmla="*/ 6089851 w 6089851"/>
              <a:gd name="connsiteY2" fmla="*/ 3429000 h 3429000"/>
              <a:gd name="connsiteX3" fmla="*/ 0 w 608985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9851" h="3429000">
                <a:moveTo>
                  <a:pt x="0" y="0"/>
                </a:moveTo>
                <a:lnTo>
                  <a:pt x="6089851" y="0"/>
                </a:lnTo>
                <a:lnTo>
                  <a:pt x="6089851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8155E01-DF12-0DE4-019C-0F1F1FF47C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9008" y="3429000"/>
            <a:ext cx="6089851" cy="3429000"/>
          </a:xfrm>
          <a:custGeom>
            <a:avLst/>
            <a:gdLst>
              <a:gd name="connsiteX0" fmla="*/ 0 w 6089851"/>
              <a:gd name="connsiteY0" fmla="*/ 0 h 3429000"/>
              <a:gd name="connsiteX1" fmla="*/ 6089851 w 6089851"/>
              <a:gd name="connsiteY1" fmla="*/ 0 h 3429000"/>
              <a:gd name="connsiteX2" fmla="*/ 6089851 w 6089851"/>
              <a:gd name="connsiteY2" fmla="*/ 3429000 h 3429000"/>
              <a:gd name="connsiteX3" fmla="*/ 0 w 608985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9851" h="3429000">
                <a:moveTo>
                  <a:pt x="0" y="0"/>
                </a:moveTo>
                <a:lnTo>
                  <a:pt x="6089851" y="0"/>
                </a:lnTo>
                <a:lnTo>
                  <a:pt x="6089851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0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F77912-3510-83CF-0B9C-BFA00DA47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87700" y="3429000"/>
            <a:ext cx="5791200" cy="3429000"/>
          </a:xfrm>
          <a:custGeom>
            <a:avLst/>
            <a:gdLst>
              <a:gd name="connsiteX0" fmla="*/ 0 w 5791200"/>
              <a:gd name="connsiteY0" fmla="*/ 0 h 3022600"/>
              <a:gd name="connsiteX1" fmla="*/ 5791200 w 5791200"/>
              <a:gd name="connsiteY1" fmla="*/ 0 h 3022600"/>
              <a:gd name="connsiteX2" fmla="*/ 5791200 w 5791200"/>
              <a:gd name="connsiteY2" fmla="*/ 3022600 h 3022600"/>
              <a:gd name="connsiteX3" fmla="*/ 0 w 5791200"/>
              <a:gd name="connsiteY3" fmla="*/ 3022600 h 302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1200" h="3022600">
                <a:moveTo>
                  <a:pt x="0" y="0"/>
                </a:moveTo>
                <a:lnTo>
                  <a:pt x="5791200" y="0"/>
                </a:lnTo>
                <a:lnTo>
                  <a:pt x="5791200" y="3022600"/>
                </a:lnTo>
                <a:lnTo>
                  <a:pt x="0" y="30226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2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70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BD6882C-D7E2-4D37-9726-DD29B3C65F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83726" y="879566"/>
            <a:ext cx="5120640" cy="5978434"/>
          </a:xfrm>
          <a:custGeom>
            <a:avLst/>
            <a:gdLst>
              <a:gd name="connsiteX0" fmla="*/ 0 w 5120640"/>
              <a:gd name="connsiteY0" fmla="*/ 0 h 5978434"/>
              <a:gd name="connsiteX1" fmla="*/ 5120640 w 5120640"/>
              <a:gd name="connsiteY1" fmla="*/ 0 h 5978434"/>
              <a:gd name="connsiteX2" fmla="*/ 5120640 w 5120640"/>
              <a:gd name="connsiteY2" fmla="*/ 5978434 h 5978434"/>
              <a:gd name="connsiteX3" fmla="*/ 0 w 5120640"/>
              <a:gd name="connsiteY3" fmla="*/ 5978434 h 597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0640" h="5978434">
                <a:moveTo>
                  <a:pt x="0" y="0"/>
                </a:moveTo>
                <a:lnTo>
                  <a:pt x="5120640" y="0"/>
                </a:lnTo>
                <a:lnTo>
                  <a:pt x="5120640" y="5978434"/>
                </a:lnTo>
                <a:lnTo>
                  <a:pt x="0" y="59784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0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277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810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12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473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190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28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447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5434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33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42B812E-8829-CE98-0A99-BDB02A93BA8F}"/>
              </a:ext>
            </a:extLst>
          </p:cNvPr>
          <p:cNvSpPr/>
          <p:nvPr/>
        </p:nvSpPr>
        <p:spPr>
          <a:xfrm>
            <a:off x="3933792" y="2076237"/>
            <a:ext cx="4312118" cy="3578201"/>
          </a:xfrm>
          <a:custGeom>
            <a:avLst/>
            <a:gdLst>
              <a:gd name="connsiteX0" fmla="*/ 2793755 w 2793755"/>
              <a:gd name="connsiteY0" fmla="*/ 2398341 h 2635787"/>
              <a:gd name="connsiteX1" fmla="*/ 2793755 w 2793755"/>
              <a:gd name="connsiteY1" fmla="*/ 2635787 h 2635787"/>
              <a:gd name="connsiteX2" fmla="*/ 2519930 w 2793755"/>
              <a:gd name="connsiteY2" fmla="*/ 2635787 h 2635787"/>
              <a:gd name="connsiteX3" fmla="*/ 2793755 w 2793755"/>
              <a:gd name="connsiteY3" fmla="*/ 2003882 h 2635787"/>
              <a:gd name="connsiteX4" fmla="*/ 2793755 w 2793755"/>
              <a:gd name="connsiteY4" fmla="*/ 2190471 h 2635787"/>
              <a:gd name="connsiteX5" fmla="*/ 2280212 w 2793755"/>
              <a:gd name="connsiteY5" fmla="*/ 2635787 h 2635787"/>
              <a:gd name="connsiteX6" fmla="*/ 2065036 w 2793755"/>
              <a:gd name="connsiteY6" fmla="*/ 2635787 h 2635787"/>
              <a:gd name="connsiteX7" fmla="*/ 2793755 w 2793755"/>
              <a:gd name="connsiteY7" fmla="*/ 1609424 h 2635787"/>
              <a:gd name="connsiteX8" fmla="*/ 2793755 w 2793755"/>
              <a:gd name="connsiteY8" fmla="*/ 1796012 h 2635787"/>
              <a:gd name="connsiteX9" fmla="*/ 1825318 w 2793755"/>
              <a:gd name="connsiteY9" fmla="*/ 2635787 h 2635787"/>
              <a:gd name="connsiteX10" fmla="*/ 1610143 w 2793755"/>
              <a:gd name="connsiteY10" fmla="*/ 2635787 h 2635787"/>
              <a:gd name="connsiteX11" fmla="*/ 2793755 w 2793755"/>
              <a:gd name="connsiteY11" fmla="*/ 1214965 h 2635787"/>
              <a:gd name="connsiteX12" fmla="*/ 2793755 w 2793755"/>
              <a:gd name="connsiteY12" fmla="*/ 1401554 h 2635787"/>
              <a:gd name="connsiteX13" fmla="*/ 1370425 w 2793755"/>
              <a:gd name="connsiteY13" fmla="*/ 2635787 h 2635787"/>
              <a:gd name="connsiteX14" fmla="*/ 1155249 w 2793755"/>
              <a:gd name="connsiteY14" fmla="*/ 2635787 h 2635787"/>
              <a:gd name="connsiteX15" fmla="*/ 2793755 w 2793755"/>
              <a:gd name="connsiteY15" fmla="*/ 820507 h 2635787"/>
              <a:gd name="connsiteX16" fmla="*/ 2793755 w 2793755"/>
              <a:gd name="connsiteY16" fmla="*/ 1007095 h 2635787"/>
              <a:gd name="connsiteX17" fmla="*/ 915531 w 2793755"/>
              <a:gd name="connsiteY17" fmla="*/ 2635787 h 2635787"/>
              <a:gd name="connsiteX18" fmla="*/ 700356 w 2793755"/>
              <a:gd name="connsiteY18" fmla="*/ 2635787 h 2635787"/>
              <a:gd name="connsiteX19" fmla="*/ 2793755 w 2793755"/>
              <a:gd name="connsiteY19" fmla="*/ 426048 h 2635787"/>
              <a:gd name="connsiteX20" fmla="*/ 2793755 w 2793755"/>
              <a:gd name="connsiteY20" fmla="*/ 612637 h 2635787"/>
              <a:gd name="connsiteX21" fmla="*/ 460638 w 2793755"/>
              <a:gd name="connsiteY21" fmla="*/ 2635787 h 2635787"/>
              <a:gd name="connsiteX22" fmla="*/ 245461 w 2793755"/>
              <a:gd name="connsiteY22" fmla="*/ 2635787 h 2635787"/>
              <a:gd name="connsiteX23" fmla="*/ 2793755 w 2793755"/>
              <a:gd name="connsiteY23" fmla="*/ 31591 h 2635787"/>
              <a:gd name="connsiteX24" fmla="*/ 2793755 w 2793755"/>
              <a:gd name="connsiteY24" fmla="*/ 218178 h 2635787"/>
              <a:gd name="connsiteX25" fmla="*/ 5743 w 2793755"/>
              <a:gd name="connsiteY25" fmla="*/ 2635787 h 2635787"/>
              <a:gd name="connsiteX26" fmla="*/ 0 w 2793755"/>
              <a:gd name="connsiteY26" fmla="*/ 2635787 h 2635787"/>
              <a:gd name="connsiteX27" fmla="*/ 0 w 2793755"/>
              <a:gd name="connsiteY27" fmla="*/ 2454181 h 2635787"/>
              <a:gd name="connsiteX28" fmla="*/ 2375291 w 2793755"/>
              <a:gd name="connsiteY28" fmla="*/ 0 h 2635787"/>
              <a:gd name="connsiteX29" fmla="*/ 2590468 w 2793755"/>
              <a:gd name="connsiteY29" fmla="*/ 0 h 2635787"/>
              <a:gd name="connsiteX30" fmla="*/ 0 w 2793755"/>
              <a:gd name="connsiteY30" fmla="*/ 2246310 h 2635787"/>
              <a:gd name="connsiteX31" fmla="*/ 0 w 2793755"/>
              <a:gd name="connsiteY31" fmla="*/ 2059721 h 2635787"/>
              <a:gd name="connsiteX32" fmla="*/ 1920399 w 2793755"/>
              <a:gd name="connsiteY32" fmla="*/ 0 h 2635787"/>
              <a:gd name="connsiteX33" fmla="*/ 2135573 w 2793755"/>
              <a:gd name="connsiteY33" fmla="*/ 0 h 2635787"/>
              <a:gd name="connsiteX34" fmla="*/ 0 w 2793755"/>
              <a:gd name="connsiteY34" fmla="*/ 1851851 h 2635787"/>
              <a:gd name="connsiteX35" fmla="*/ 0 w 2793755"/>
              <a:gd name="connsiteY35" fmla="*/ 1665263 h 2635787"/>
              <a:gd name="connsiteX36" fmla="*/ 1465504 w 2793755"/>
              <a:gd name="connsiteY36" fmla="*/ 0 h 2635787"/>
              <a:gd name="connsiteX37" fmla="*/ 1680681 w 2793755"/>
              <a:gd name="connsiteY37" fmla="*/ 0 h 2635787"/>
              <a:gd name="connsiteX38" fmla="*/ 0 w 2793755"/>
              <a:gd name="connsiteY38" fmla="*/ 1457393 h 2635787"/>
              <a:gd name="connsiteX39" fmla="*/ 0 w 2793755"/>
              <a:gd name="connsiteY39" fmla="*/ 1270804 h 2635787"/>
              <a:gd name="connsiteX40" fmla="*/ 1010613 w 2793755"/>
              <a:gd name="connsiteY40" fmla="*/ 0 h 2635787"/>
              <a:gd name="connsiteX41" fmla="*/ 1225786 w 2793755"/>
              <a:gd name="connsiteY41" fmla="*/ 0 h 2635787"/>
              <a:gd name="connsiteX42" fmla="*/ 0 w 2793755"/>
              <a:gd name="connsiteY42" fmla="*/ 1062934 h 2635787"/>
              <a:gd name="connsiteX43" fmla="*/ 0 w 2793755"/>
              <a:gd name="connsiteY43" fmla="*/ 876347 h 2635787"/>
              <a:gd name="connsiteX44" fmla="*/ 555718 w 2793755"/>
              <a:gd name="connsiteY44" fmla="*/ 0 h 2635787"/>
              <a:gd name="connsiteX45" fmla="*/ 770895 w 2793755"/>
              <a:gd name="connsiteY45" fmla="*/ 0 h 2635787"/>
              <a:gd name="connsiteX46" fmla="*/ 0 w 2793755"/>
              <a:gd name="connsiteY46" fmla="*/ 668477 h 2635787"/>
              <a:gd name="connsiteX47" fmla="*/ 0 w 2793755"/>
              <a:gd name="connsiteY47" fmla="*/ 481888 h 2635787"/>
              <a:gd name="connsiteX48" fmla="*/ 0 w 2793755"/>
              <a:gd name="connsiteY48" fmla="*/ 0 h 2635787"/>
              <a:gd name="connsiteX49" fmla="*/ 316000 w 2793755"/>
              <a:gd name="connsiteY49" fmla="*/ 0 h 2635787"/>
              <a:gd name="connsiteX50" fmla="*/ 0 w 2793755"/>
              <a:gd name="connsiteY50" fmla="*/ 274018 h 263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793755" h="2635787">
                <a:moveTo>
                  <a:pt x="2793755" y="2398341"/>
                </a:moveTo>
                <a:lnTo>
                  <a:pt x="2793755" y="2635787"/>
                </a:lnTo>
                <a:lnTo>
                  <a:pt x="2519930" y="2635787"/>
                </a:lnTo>
                <a:close/>
                <a:moveTo>
                  <a:pt x="2793755" y="2003882"/>
                </a:moveTo>
                <a:lnTo>
                  <a:pt x="2793755" y="2190471"/>
                </a:lnTo>
                <a:lnTo>
                  <a:pt x="2280212" y="2635787"/>
                </a:lnTo>
                <a:lnTo>
                  <a:pt x="2065036" y="2635787"/>
                </a:lnTo>
                <a:close/>
                <a:moveTo>
                  <a:pt x="2793755" y="1609424"/>
                </a:moveTo>
                <a:lnTo>
                  <a:pt x="2793755" y="1796012"/>
                </a:lnTo>
                <a:lnTo>
                  <a:pt x="1825318" y="2635787"/>
                </a:lnTo>
                <a:lnTo>
                  <a:pt x="1610143" y="2635787"/>
                </a:lnTo>
                <a:close/>
                <a:moveTo>
                  <a:pt x="2793755" y="1214965"/>
                </a:moveTo>
                <a:lnTo>
                  <a:pt x="2793755" y="1401554"/>
                </a:lnTo>
                <a:lnTo>
                  <a:pt x="1370425" y="2635787"/>
                </a:lnTo>
                <a:lnTo>
                  <a:pt x="1155249" y="2635787"/>
                </a:lnTo>
                <a:close/>
                <a:moveTo>
                  <a:pt x="2793755" y="820507"/>
                </a:moveTo>
                <a:lnTo>
                  <a:pt x="2793755" y="1007095"/>
                </a:lnTo>
                <a:lnTo>
                  <a:pt x="915531" y="2635787"/>
                </a:lnTo>
                <a:lnTo>
                  <a:pt x="700356" y="2635787"/>
                </a:lnTo>
                <a:close/>
                <a:moveTo>
                  <a:pt x="2793755" y="426048"/>
                </a:moveTo>
                <a:lnTo>
                  <a:pt x="2793755" y="612637"/>
                </a:lnTo>
                <a:lnTo>
                  <a:pt x="460638" y="2635787"/>
                </a:lnTo>
                <a:lnTo>
                  <a:pt x="245461" y="2635787"/>
                </a:lnTo>
                <a:close/>
                <a:moveTo>
                  <a:pt x="2793755" y="31591"/>
                </a:moveTo>
                <a:lnTo>
                  <a:pt x="2793755" y="218178"/>
                </a:lnTo>
                <a:lnTo>
                  <a:pt x="5743" y="2635787"/>
                </a:lnTo>
                <a:lnTo>
                  <a:pt x="0" y="2635787"/>
                </a:lnTo>
                <a:lnTo>
                  <a:pt x="0" y="2454181"/>
                </a:lnTo>
                <a:close/>
                <a:moveTo>
                  <a:pt x="2375291" y="0"/>
                </a:moveTo>
                <a:lnTo>
                  <a:pt x="2590468" y="0"/>
                </a:lnTo>
                <a:lnTo>
                  <a:pt x="0" y="2246310"/>
                </a:lnTo>
                <a:lnTo>
                  <a:pt x="0" y="2059721"/>
                </a:lnTo>
                <a:close/>
                <a:moveTo>
                  <a:pt x="1920399" y="0"/>
                </a:moveTo>
                <a:lnTo>
                  <a:pt x="2135573" y="0"/>
                </a:lnTo>
                <a:lnTo>
                  <a:pt x="0" y="1851851"/>
                </a:lnTo>
                <a:lnTo>
                  <a:pt x="0" y="1665263"/>
                </a:lnTo>
                <a:close/>
                <a:moveTo>
                  <a:pt x="1465504" y="0"/>
                </a:moveTo>
                <a:lnTo>
                  <a:pt x="1680681" y="0"/>
                </a:lnTo>
                <a:lnTo>
                  <a:pt x="0" y="1457393"/>
                </a:lnTo>
                <a:lnTo>
                  <a:pt x="0" y="1270804"/>
                </a:lnTo>
                <a:close/>
                <a:moveTo>
                  <a:pt x="1010613" y="0"/>
                </a:moveTo>
                <a:lnTo>
                  <a:pt x="1225786" y="0"/>
                </a:lnTo>
                <a:lnTo>
                  <a:pt x="0" y="1062934"/>
                </a:lnTo>
                <a:lnTo>
                  <a:pt x="0" y="876347"/>
                </a:lnTo>
                <a:close/>
                <a:moveTo>
                  <a:pt x="555718" y="0"/>
                </a:moveTo>
                <a:lnTo>
                  <a:pt x="770895" y="0"/>
                </a:lnTo>
                <a:lnTo>
                  <a:pt x="0" y="668477"/>
                </a:lnTo>
                <a:lnTo>
                  <a:pt x="0" y="481888"/>
                </a:lnTo>
                <a:close/>
                <a:moveTo>
                  <a:pt x="0" y="0"/>
                </a:moveTo>
                <a:lnTo>
                  <a:pt x="316000" y="0"/>
                </a:lnTo>
                <a:lnTo>
                  <a:pt x="0" y="27401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781908-C1C6-4FFD-A54A-4B31A1958A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C155F6-D03B-D71D-14AE-45C8121F6E86}"/>
              </a:ext>
            </a:extLst>
          </p:cNvPr>
          <p:cNvGrpSpPr/>
          <p:nvPr/>
        </p:nvGrpSpPr>
        <p:grpSpPr>
          <a:xfrm>
            <a:off x="975450" y="424566"/>
            <a:ext cx="10144874" cy="253916"/>
            <a:chOff x="975450" y="424566"/>
            <a:chExt cx="10144874" cy="253916"/>
          </a:xfrm>
        </p:grpSpPr>
        <p:sp>
          <p:nvSpPr>
            <p:cNvPr id="3" name="Freeform 88">
              <a:extLst>
                <a:ext uri="{FF2B5EF4-FFF2-40B4-BE49-F238E27FC236}">
                  <a16:creationId xmlns:a16="http://schemas.microsoft.com/office/drawing/2014/main" id="{9B443B79-07AD-9C87-6EF8-FD68C2D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5558" y="461129"/>
              <a:ext cx="264766" cy="180790"/>
            </a:xfrm>
            <a:custGeom>
              <a:avLst/>
              <a:gdLst>
                <a:gd name="T0" fmla="*/ 2147483646 w 256"/>
                <a:gd name="T1" fmla="*/ 2147483646 h 216"/>
                <a:gd name="T2" fmla="*/ 2147483646 w 256"/>
                <a:gd name="T3" fmla="*/ 2147483646 h 216"/>
                <a:gd name="T4" fmla="*/ 0 w 256"/>
                <a:gd name="T5" fmla="*/ 2147483646 h 216"/>
                <a:gd name="T6" fmla="*/ 2147483646 w 256"/>
                <a:gd name="T7" fmla="*/ 2147483646 h 216"/>
                <a:gd name="T8" fmla="*/ 2147483646 w 256"/>
                <a:gd name="T9" fmla="*/ 2147483646 h 216"/>
                <a:gd name="T10" fmla="*/ 2147483646 w 256"/>
                <a:gd name="T11" fmla="*/ 2147483646 h 216"/>
                <a:gd name="T12" fmla="*/ 2147483646 w 256"/>
                <a:gd name="T13" fmla="*/ 2147483646 h 216"/>
                <a:gd name="T14" fmla="*/ 2147483646 w 256"/>
                <a:gd name="T15" fmla="*/ 2147483646 h 216"/>
                <a:gd name="T16" fmla="*/ 2147483646 w 256"/>
                <a:gd name="T17" fmla="*/ 2147483646 h 216"/>
                <a:gd name="T18" fmla="*/ 0 w 256"/>
                <a:gd name="T19" fmla="*/ 2147483646 h 216"/>
                <a:gd name="T20" fmla="*/ 2147483646 w 256"/>
                <a:gd name="T21" fmla="*/ 2147483646 h 216"/>
                <a:gd name="T22" fmla="*/ 2147483646 w 256"/>
                <a:gd name="T23" fmla="*/ 2147483646 h 216"/>
                <a:gd name="T24" fmla="*/ 2147483646 w 256"/>
                <a:gd name="T25" fmla="*/ 2147483646 h 216"/>
                <a:gd name="T26" fmla="*/ 2147483646 w 256"/>
                <a:gd name="T27" fmla="*/ 2147483646 h 216"/>
                <a:gd name="T28" fmla="*/ 2147483646 w 256"/>
                <a:gd name="T29" fmla="*/ 2147483646 h 216"/>
                <a:gd name="T30" fmla="*/ 2147483646 w 256"/>
                <a:gd name="T31" fmla="*/ 2147483646 h 216"/>
                <a:gd name="T32" fmla="*/ 0 w 256"/>
                <a:gd name="T33" fmla="*/ 2147483646 h 216"/>
                <a:gd name="T34" fmla="*/ 2147483646 w 256"/>
                <a:gd name="T35" fmla="*/ 0 h 216"/>
                <a:gd name="T36" fmla="*/ 2147483646 w 256"/>
                <a:gd name="T37" fmla="*/ 0 h 216"/>
                <a:gd name="T38" fmla="*/ 2147483646 w 256"/>
                <a:gd name="T39" fmla="*/ 2147483646 h 216"/>
                <a:gd name="T40" fmla="*/ 2147483646 w 256"/>
                <a:gd name="T41" fmla="*/ 2147483646 h 216"/>
                <a:gd name="T42" fmla="*/ 2147483646 w 256"/>
                <a:gd name="T43" fmla="*/ 2147483646 h 216"/>
                <a:gd name="T44" fmla="*/ 2147483646 w 256"/>
                <a:gd name="T45" fmla="*/ 2147483646 h 216"/>
                <a:gd name="T46" fmla="*/ 2147483646 w 256"/>
                <a:gd name="T47" fmla="*/ 2147483646 h 216"/>
                <a:gd name="T48" fmla="*/ 2147483646 w 256"/>
                <a:gd name="T49" fmla="*/ 2147483646 h 216"/>
                <a:gd name="T50" fmla="*/ 2147483646 w 256"/>
                <a:gd name="T51" fmla="*/ 2147483646 h 216"/>
                <a:gd name="T52" fmla="*/ 0 w 256"/>
                <a:gd name="T53" fmla="*/ 2147483646 h 216"/>
                <a:gd name="T54" fmla="*/ 2147483646 w 256"/>
                <a:gd name="T55" fmla="*/ 2147483646 h 2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6" h="216">
                  <a:moveTo>
                    <a:pt x="244" y="152"/>
                  </a:moveTo>
                  <a:cubicBezTo>
                    <a:pt x="12" y="152"/>
                    <a:pt x="12" y="152"/>
                    <a:pt x="12" y="152"/>
                  </a:cubicBezTo>
                  <a:cubicBezTo>
                    <a:pt x="5" y="152"/>
                    <a:pt x="0" y="147"/>
                    <a:pt x="0" y="140"/>
                  </a:cubicBezTo>
                  <a:cubicBezTo>
                    <a:pt x="0" y="133"/>
                    <a:pt x="5" y="128"/>
                    <a:pt x="12" y="128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51" y="128"/>
                    <a:pt x="256" y="133"/>
                    <a:pt x="256" y="140"/>
                  </a:cubicBezTo>
                  <a:cubicBezTo>
                    <a:pt x="256" y="147"/>
                    <a:pt x="251" y="152"/>
                    <a:pt x="244" y="152"/>
                  </a:cubicBezTo>
                  <a:moveTo>
                    <a:pt x="244" y="88"/>
                  </a:moveTo>
                  <a:cubicBezTo>
                    <a:pt x="12" y="88"/>
                    <a:pt x="12" y="88"/>
                    <a:pt x="12" y="88"/>
                  </a:cubicBezTo>
                  <a:cubicBezTo>
                    <a:pt x="5" y="88"/>
                    <a:pt x="0" y="83"/>
                    <a:pt x="0" y="76"/>
                  </a:cubicBezTo>
                  <a:cubicBezTo>
                    <a:pt x="0" y="69"/>
                    <a:pt x="5" y="64"/>
                    <a:pt x="12" y="64"/>
                  </a:cubicBezTo>
                  <a:cubicBezTo>
                    <a:pt x="244" y="64"/>
                    <a:pt x="244" y="64"/>
                    <a:pt x="244" y="64"/>
                  </a:cubicBezTo>
                  <a:cubicBezTo>
                    <a:pt x="251" y="64"/>
                    <a:pt x="256" y="69"/>
                    <a:pt x="256" y="76"/>
                  </a:cubicBezTo>
                  <a:cubicBezTo>
                    <a:pt x="256" y="83"/>
                    <a:pt x="251" y="88"/>
                    <a:pt x="244" y="88"/>
                  </a:cubicBezTo>
                  <a:moveTo>
                    <a:pt x="244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51" y="0"/>
                    <a:pt x="256" y="5"/>
                    <a:pt x="256" y="12"/>
                  </a:cubicBezTo>
                  <a:cubicBezTo>
                    <a:pt x="256" y="19"/>
                    <a:pt x="251" y="24"/>
                    <a:pt x="244" y="24"/>
                  </a:cubicBezTo>
                  <a:moveTo>
                    <a:pt x="12" y="192"/>
                  </a:moveTo>
                  <a:cubicBezTo>
                    <a:pt x="244" y="192"/>
                    <a:pt x="244" y="192"/>
                    <a:pt x="244" y="192"/>
                  </a:cubicBezTo>
                  <a:cubicBezTo>
                    <a:pt x="251" y="192"/>
                    <a:pt x="256" y="197"/>
                    <a:pt x="256" y="204"/>
                  </a:cubicBezTo>
                  <a:cubicBezTo>
                    <a:pt x="256" y="211"/>
                    <a:pt x="251" y="216"/>
                    <a:pt x="244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5" y="216"/>
                    <a:pt x="0" y="211"/>
                    <a:pt x="0" y="204"/>
                  </a:cubicBezTo>
                  <a:cubicBezTo>
                    <a:pt x="0" y="197"/>
                    <a:pt x="5" y="192"/>
                    <a:pt x="12" y="1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FF02FE-9AFA-BF36-9ED7-9A9C950EDF79}"/>
                </a:ext>
              </a:extLst>
            </p:cNvPr>
            <p:cNvSpPr txBox="1"/>
            <p:nvPr/>
          </p:nvSpPr>
          <p:spPr>
            <a:xfrm>
              <a:off x="975450" y="424566"/>
              <a:ext cx="75533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/>
                  </a:solidFill>
                  <a:latin typeface="Work Sans" pitchFamily="2" charset="0"/>
                </a:rPr>
                <a:t>FITNESS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10042B-41F4-8E96-E6CE-B48F46B36FE7}"/>
                </a:ext>
              </a:extLst>
            </p:cNvPr>
            <p:cNvSpPr txBox="1"/>
            <p:nvPr/>
          </p:nvSpPr>
          <p:spPr>
            <a:xfrm>
              <a:off x="4593465" y="424566"/>
              <a:ext cx="5517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Work Sans" pitchFamily="2" charset="0"/>
                </a:rPr>
                <a:t>Menu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2B44C2-37B2-70D1-9C1C-60AE008F1FF6}"/>
                </a:ext>
              </a:extLst>
            </p:cNvPr>
            <p:cNvSpPr txBox="1"/>
            <p:nvPr/>
          </p:nvSpPr>
          <p:spPr>
            <a:xfrm>
              <a:off x="5291965" y="424566"/>
              <a:ext cx="6431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Gallery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95CA9E-AB76-BAF9-0C71-5DD05778B908}"/>
                </a:ext>
              </a:extLst>
            </p:cNvPr>
            <p:cNvSpPr txBox="1"/>
            <p:nvPr/>
          </p:nvSpPr>
          <p:spPr>
            <a:xfrm>
              <a:off x="6089851" y="424566"/>
              <a:ext cx="6607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975F69-3529-7943-C6DD-1A0AD58FF7A4}"/>
                </a:ext>
              </a:extLst>
            </p:cNvPr>
            <p:cNvSpPr txBox="1"/>
            <p:nvPr/>
          </p:nvSpPr>
          <p:spPr>
            <a:xfrm>
              <a:off x="6905370" y="424566"/>
              <a:ext cx="7056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Contact</a:t>
              </a:r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358086CB-6300-6ACC-FFA0-DA7426F695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61625" y="460895"/>
              <a:ext cx="180907" cy="180907"/>
            </a:xfrm>
            <a:custGeom>
              <a:avLst/>
              <a:gdLst>
                <a:gd name="T0" fmla="*/ 2147483646 w 115"/>
                <a:gd name="T1" fmla="*/ 2147483646 h 115"/>
                <a:gd name="T2" fmla="*/ 2147483646 w 115"/>
                <a:gd name="T3" fmla="*/ 2147483646 h 115"/>
                <a:gd name="T4" fmla="*/ 2147483646 w 115"/>
                <a:gd name="T5" fmla="*/ 2147483646 h 115"/>
                <a:gd name="T6" fmla="*/ 2147483646 w 115"/>
                <a:gd name="T7" fmla="*/ 0 h 115"/>
                <a:gd name="T8" fmla="*/ 0 w 115"/>
                <a:gd name="T9" fmla="*/ 2147483646 h 115"/>
                <a:gd name="T10" fmla="*/ 2147483646 w 115"/>
                <a:gd name="T11" fmla="*/ 2147483646 h 115"/>
                <a:gd name="T12" fmla="*/ 2147483646 w 115"/>
                <a:gd name="T13" fmla="*/ 2147483646 h 115"/>
                <a:gd name="T14" fmla="*/ 2147483646 w 115"/>
                <a:gd name="T15" fmla="*/ 2147483646 h 115"/>
                <a:gd name="T16" fmla="*/ 2147483646 w 115"/>
                <a:gd name="T17" fmla="*/ 2147483646 h 115"/>
                <a:gd name="T18" fmla="*/ 2147483646 w 115"/>
                <a:gd name="T19" fmla="*/ 2147483646 h 115"/>
                <a:gd name="T20" fmla="*/ 2147483646 w 115"/>
                <a:gd name="T21" fmla="*/ 2147483646 h 115"/>
                <a:gd name="T22" fmla="*/ 2147483646 w 115"/>
                <a:gd name="T23" fmla="*/ 2147483646 h 115"/>
                <a:gd name="T24" fmla="*/ 2147483646 w 115"/>
                <a:gd name="T25" fmla="*/ 2147483646 h 115"/>
                <a:gd name="T26" fmla="*/ 2147483646 w 115"/>
                <a:gd name="T27" fmla="*/ 2147483646 h 115"/>
                <a:gd name="T28" fmla="*/ 2147483646 w 115"/>
                <a:gd name="T29" fmla="*/ 2147483646 h 115"/>
                <a:gd name="T30" fmla="*/ 2147483646 w 115"/>
                <a:gd name="T31" fmla="*/ 2147483646 h 1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5" h="115">
                  <a:moveTo>
                    <a:pt x="114" y="98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9" y="70"/>
                    <a:pt x="102" y="60"/>
                    <a:pt x="102" y="50"/>
                  </a:cubicBezTo>
                  <a:cubicBezTo>
                    <a:pt x="102" y="22"/>
                    <a:pt x="79" y="0"/>
                    <a:pt x="51" y="0"/>
                  </a:cubicBezTo>
                  <a:cubicBezTo>
                    <a:pt x="23" y="0"/>
                    <a:pt x="0" y="22"/>
                    <a:pt x="0" y="50"/>
                  </a:cubicBezTo>
                  <a:cubicBezTo>
                    <a:pt x="0" y="78"/>
                    <a:pt x="23" y="101"/>
                    <a:pt x="51" y="101"/>
                  </a:cubicBezTo>
                  <a:cubicBezTo>
                    <a:pt x="61" y="101"/>
                    <a:pt x="71" y="98"/>
                    <a:pt x="78" y="93"/>
                  </a:cubicBezTo>
                  <a:cubicBezTo>
                    <a:pt x="98" y="113"/>
                    <a:pt x="98" y="113"/>
                    <a:pt x="98" y="113"/>
                  </a:cubicBezTo>
                  <a:cubicBezTo>
                    <a:pt x="100" y="115"/>
                    <a:pt x="102" y="115"/>
                    <a:pt x="104" y="113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1"/>
                    <a:pt x="115" y="99"/>
                    <a:pt x="114" y="98"/>
                  </a:cubicBezTo>
                  <a:close/>
                  <a:moveTo>
                    <a:pt x="51" y="87"/>
                  </a:moveTo>
                  <a:cubicBezTo>
                    <a:pt x="31" y="87"/>
                    <a:pt x="15" y="70"/>
                    <a:pt x="15" y="50"/>
                  </a:cubicBezTo>
                  <a:cubicBezTo>
                    <a:pt x="15" y="30"/>
                    <a:pt x="31" y="14"/>
                    <a:pt x="51" y="14"/>
                  </a:cubicBezTo>
                  <a:cubicBezTo>
                    <a:pt x="71" y="14"/>
                    <a:pt x="87" y="30"/>
                    <a:pt x="87" y="50"/>
                  </a:cubicBezTo>
                  <a:cubicBezTo>
                    <a:pt x="87" y="70"/>
                    <a:pt x="71" y="87"/>
                    <a:pt x="51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0535D4-12F9-F60D-4AB5-87B193710A51}"/>
              </a:ext>
            </a:extLst>
          </p:cNvPr>
          <p:cNvSpPr txBox="1"/>
          <p:nvPr/>
        </p:nvSpPr>
        <p:spPr>
          <a:xfrm>
            <a:off x="997701" y="1237582"/>
            <a:ext cx="2584229" cy="79233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1400" dirty="0">
                <a:solidFill>
                  <a:schemeClr val="bg1"/>
                </a:solidFill>
                <a:latin typeface="Work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{{SUBTITLE}}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C32A7F-167D-4235-196E-48FAC4585A8F}"/>
              </a:ext>
            </a:extLst>
          </p:cNvPr>
          <p:cNvSpPr txBox="1"/>
          <p:nvPr/>
        </p:nvSpPr>
        <p:spPr>
          <a:xfrm>
            <a:off x="975450" y="2174707"/>
            <a:ext cx="2900000" cy="9233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200" b="1" i="0" dirty="0">
                <a:solidFill>
                  <a:schemeClr val="accent1"/>
                </a:solidFill>
                <a:effectLst/>
                <a:latin typeface="Work Sans" pitchFamily="2" charset="0"/>
              </a:rPr>
              <a:t>{{TITLE}}</a:t>
            </a:r>
            <a:endParaRPr lang="en-US" b="1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BB394-4E5A-74DE-6D23-C72D556E72E1}"/>
              </a:ext>
            </a:extLst>
          </p:cNvPr>
          <p:cNvSpPr txBox="1"/>
          <p:nvPr/>
        </p:nvSpPr>
        <p:spPr>
          <a:xfrm>
            <a:off x="10155843" y="1237582"/>
            <a:ext cx="1167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dirty="0">
                <a:solidFill>
                  <a:schemeClr val="accent1"/>
                </a:solidFill>
                <a:effectLst/>
                <a:latin typeface="Work Sans" pitchFamily="2" charset="0"/>
              </a:rPr>
              <a:t>78</a:t>
            </a:r>
            <a:endParaRPr lang="en-US" sz="4400" b="1" dirty="0">
              <a:solidFill>
                <a:schemeClr val="accent1"/>
              </a:solidFill>
              <a:latin typeface="Work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7B8EDE-845D-21DA-0A4B-DBADF13BA7F5}"/>
              </a:ext>
            </a:extLst>
          </p:cNvPr>
          <p:cNvSpPr txBox="1"/>
          <p:nvPr/>
        </p:nvSpPr>
        <p:spPr>
          <a:xfrm>
            <a:off x="10155843" y="1895675"/>
            <a:ext cx="967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chemeClr val="bg1"/>
                </a:solidFill>
                <a:effectLst/>
                <a:latin typeface="Work Sans" pitchFamily="2" charset="0"/>
              </a:rPr>
              <a:t>FIGHT</a:t>
            </a:r>
            <a:endParaRPr lang="en-US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C17C9-5D27-8024-1576-20584578794B}"/>
              </a:ext>
            </a:extLst>
          </p:cNvPr>
          <p:cNvSpPr txBox="1"/>
          <p:nvPr/>
        </p:nvSpPr>
        <p:spPr>
          <a:xfrm>
            <a:off x="10149706" y="2916369"/>
            <a:ext cx="1167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dirty="0">
                <a:solidFill>
                  <a:schemeClr val="accent1"/>
                </a:solidFill>
                <a:effectLst/>
                <a:latin typeface="Work Sans" pitchFamily="2" charset="0"/>
              </a:rPr>
              <a:t>29</a:t>
            </a:r>
            <a:endParaRPr lang="en-US" sz="4400" b="1" dirty="0">
              <a:solidFill>
                <a:schemeClr val="accent1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80C750-BA68-9960-4E6B-2CDD90486331}"/>
              </a:ext>
            </a:extLst>
          </p:cNvPr>
          <p:cNvSpPr txBox="1"/>
          <p:nvPr/>
        </p:nvSpPr>
        <p:spPr>
          <a:xfrm>
            <a:off x="10149706" y="3574462"/>
            <a:ext cx="967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chemeClr val="bg1"/>
                </a:solidFill>
                <a:effectLst/>
                <a:latin typeface="Work Sans" pitchFamily="2" charset="0"/>
              </a:rPr>
              <a:t>WINS</a:t>
            </a:r>
            <a:endParaRPr lang="en-US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26D38F-1FB9-7656-7035-163152BA42E6}"/>
              </a:ext>
            </a:extLst>
          </p:cNvPr>
          <p:cNvSpPr txBox="1"/>
          <p:nvPr/>
        </p:nvSpPr>
        <p:spPr>
          <a:xfrm>
            <a:off x="10149706" y="4595155"/>
            <a:ext cx="1167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dirty="0">
                <a:solidFill>
                  <a:schemeClr val="accent1"/>
                </a:solidFill>
                <a:effectLst/>
                <a:latin typeface="Work Sans" pitchFamily="2" charset="0"/>
              </a:rPr>
              <a:t>15</a:t>
            </a:r>
            <a:endParaRPr lang="en-US" sz="4400" b="1" dirty="0">
              <a:solidFill>
                <a:schemeClr val="accent1"/>
              </a:solidFill>
              <a:latin typeface="Work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54AE5F-543E-F882-5BD4-EABA8B813041}"/>
              </a:ext>
            </a:extLst>
          </p:cNvPr>
          <p:cNvSpPr txBox="1"/>
          <p:nvPr/>
        </p:nvSpPr>
        <p:spPr>
          <a:xfrm>
            <a:off x="10149706" y="5253248"/>
            <a:ext cx="120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chemeClr val="bg1"/>
                </a:solidFill>
                <a:effectLst/>
                <a:latin typeface="Work Sans" pitchFamily="2" charset="0"/>
              </a:rPr>
              <a:t>LOSSES</a:t>
            </a:r>
            <a:endParaRPr lang="en-US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4EFBC6B-A84C-E122-F12D-92B83C9F85F1}"/>
              </a:ext>
            </a:extLst>
          </p:cNvPr>
          <p:cNvSpPr/>
          <p:nvPr/>
        </p:nvSpPr>
        <p:spPr>
          <a:xfrm rot="2704573">
            <a:off x="1008698" y="4304330"/>
            <a:ext cx="398094" cy="406351"/>
          </a:xfrm>
          <a:custGeom>
            <a:avLst/>
            <a:gdLst>
              <a:gd name="connsiteX0" fmla="*/ 927640 w 2117287"/>
              <a:gd name="connsiteY0" fmla="*/ 42515 h 2117559"/>
              <a:gd name="connsiteX1" fmla="*/ 1030281 w 2117287"/>
              <a:gd name="connsiteY1" fmla="*/ 0 h 2117559"/>
              <a:gd name="connsiteX2" fmla="*/ 1175437 w 2117287"/>
              <a:gd name="connsiteY2" fmla="*/ 145156 h 2117559"/>
              <a:gd name="connsiteX3" fmla="*/ 1175437 w 2117287"/>
              <a:gd name="connsiteY3" fmla="*/ 943897 h 2117559"/>
              <a:gd name="connsiteX4" fmla="*/ 1974629 w 2117287"/>
              <a:gd name="connsiteY4" fmla="*/ 957653 h 2117559"/>
              <a:gd name="connsiteX5" fmla="*/ 2117266 w 2117287"/>
              <a:gd name="connsiteY5" fmla="*/ 1105285 h 2117559"/>
              <a:gd name="connsiteX6" fmla="*/ 2117265 w 2117287"/>
              <a:gd name="connsiteY6" fmla="*/ 1105284 h 2117559"/>
              <a:gd name="connsiteX7" fmla="*/ 1969632 w 2117287"/>
              <a:gd name="connsiteY7" fmla="*/ 1247921 h 2117559"/>
              <a:gd name="connsiteX8" fmla="*/ 1175436 w 2117287"/>
              <a:gd name="connsiteY8" fmla="*/ 1234252 h 2117559"/>
              <a:gd name="connsiteX9" fmla="*/ 1175436 w 2117287"/>
              <a:gd name="connsiteY9" fmla="*/ 1972403 h 2117559"/>
              <a:gd name="connsiteX10" fmla="*/ 1030280 w 2117287"/>
              <a:gd name="connsiteY10" fmla="*/ 2117559 h 2117559"/>
              <a:gd name="connsiteX11" fmla="*/ 1030281 w 2117287"/>
              <a:gd name="connsiteY11" fmla="*/ 2117558 h 2117559"/>
              <a:gd name="connsiteX12" fmla="*/ 885125 w 2117287"/>
              <a:gd name="connsiteY12" fmla="*/ 1972402 h 2117559"/>
              <a:gd name="connsiteX13" fmla="*/ 885125 w 2117287"/>
              <a:gd name="connsiteY13" fmla="*/ 1229255 h 2117559"/>
              <a:gd name="connsiteX14" fmla="*/ 142657 w 2117287"/>
              <a:gd name="connsiteY14" fmla="*/ 1216476 h 2117559"/>
              <a:gd name="connsiteX15" fmla="*/ 21 w 2117287"/>
              <a:gd name="connsiteY15" fmla="*/ 1068844 h 2117559"/>
              <a:gd name="connsiteX16" fmla="*/ 147653 w 2117287"/>
              <a:gd name="connsiteY16" fmla="*/ 926207 h 2117559"/>
              <a:gd name="connsiteX17" fmla="*/ 885125 w 2117287"/>
              <a:gd name="connsiteY17" fmla="*/ 938900 h 2117559"/>
              <a:gd name="connsiteX18" fmla="*/ 885125 w 2117287"/>
              <a:gd name="connsiteY18" fmla="*/ 145156 h 2117559"/>
              <a:gd name="connsiteX19" fmla="*/ 927640 w 2117287"/>
              <a:gd name="connsiteY19" fmla="*/ 42515 h 211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17287" h="2117559">
                <a:moveTo>
                  <a:pt x="927640" y="42515"/>
                </a:moveTo>
                <a:cubicBezTo>
                  <a:pt x="953908" y="16247"/>
                  <a:pt x="990197" y="0"/>
                  <a:pt x="1030281" y="0"/>
                </a:cubicBezTo>
                <a:cubicBezTo>
                  <a:pt x="1110448" y="0"/>
                  <a:pt x="1175437" y="64989"/>
                  <a:pt x="1175437" y="145156"/>
                </a:cubicBezTo>
                <a:lnTo>
                  <a:pt x="1175437" y="943897"/>
                </a:lnTo>
                <a:lnTo>
                  <a:pt x="1974629" y="957653"/>
                </a:lnTo>
                <a:cubicBezTo>
                  <a:pt x="2054784" y="959032"/>
                  <a:pt x="2118646" y="1025130"/>
                  <a:pt x="2117266" y="1105285"/>
                </a:cubicBezTo>
                <a:lnTo>
                  <a:pt x="2117265" y="1105284"/>
                </a:lnTo>
                <a:cubicBezTo>
                  <a:pt x="2115885" y="1185439"/>
                  <a:pt x="2049788" y="1249300"/>
                  <a:pt x="1969632" y="1247921"/>
                </a:cubicBezTo>
                <a:lnTo>
                  <a:pt x="1175436" y="1234252"/>
                </a:lnTo>
                <a:lnTo>
                  <a:pt x="1175436" y="1972403"/>
                </a:lnTo>
                <a:cubicBezTo>
                  <a:pt x="1175436" y="2052570"/>
                  <a:pt x="1110447" y="2117559"/>
                  <a:pt x="1030280" y="2117559"/>
                </a:cubicBezTo>
                <a:lnTo>
                  <a:pt x="1030281" y="2117558"/>
                </a:lnTo>
                <a:cubicBezTo>
                  <a:pt x="950114" y="2117558"/>
                  <a:pt x="885125" y="2052569"/>
                  <a:pt x="885125" y="1972402"/>
                </a:cubicBezTo>
                <a:lnTo>
                  <a:pt x="885125" y="1229255"/>
                </a:lnTo>
                <a:lnTo>
                  <a:pt x="142657" y="1216476"/>
                </a:lnTo>
                <a:cubicBezTo>
                  <a:pt x="62502" y="1215097"/>
                  <a:pt x="-1359" y="1148999"/>
                  <a:pt x="21" y="1068844"/>
                </a:cubicBezTo>
                <a:cubicBezTo>
                  <a:pt x="1400" y="988689"/>
                  <a:pt x="67498" y="924828"/>
                  <a:pt x="147653" y="926207"/>
                </a:cubicBezTo>
                <a:lnTo>
                  <a:pt x="885125" y="938900"/>
                </a:lnTo>
                <a:lnTo>
                  <a:pt x="885125" y="145156"/>
                </a:lnTo>
                <a:cubicBezTo>
                  <a:pt x="885125" y="105073"/>
                  <a:pt x="901372" y="68784"/>
                  <a:pt x="927640" y="425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FBCEA72-6A1E-4A26-C31E-471E06293AA9}"/>
              </a:ext>
            </a:extLst>
          </p:cNvPr>
          <p:cNvSpPr/>
          <p:nvPr/>
        </p:nvSpPr>
        <p:spPr>
          <a:xfrm rot="2704573">
            <a:off x="1008699" y="5227016"/>
            <a:ext cx="398094" cy="406351"/>
          </a:xfrm>
          <a:custGeom>
            <a:avLst/>
            <a:gdLst>
              <a:gd name="connsiteX0" fmla="*/ 927640 w 2117287"/>
              <a:gd name="connsiteY0" fmla="*/ 42515 h 2117559"/>
              <a:gd name="connsiteX1" fmla="*/ 1030281 w 2117287"/>
              <a:gd name="connsiteY1" fmla="*/ 0 h 2117559"/>
              <a:gd name="connsiteX2" fmla="*/ 1175437 w 2117287"/>
              <a:gd name="connsiteY2" fmla="*/ 145156 h 2117559"/>
              <a:gd name="connsiteX3" fmla="*/ 1175437 w 2117287"/>
              <a:gd name="connsiteY3" fmla="*/ 943897 h 2117559"/>
              <a:gd name="connsiteX4" fmla="*/ 1974629 w 2117287"/>
              <a:gd name="connsiteY4" fmla="*/ 957653 h 2117559"/>
              <a:gd name="connsiteX5" fmla="*/ 2117266 w 2117287"/>
              <a:gd name="connsiteY5" fmla="*/ 1105285 h 2117559"/>
              <a:gd name="connsiteX6" fmla="*/ 2117265 w 2117287"/>
              <a:gd name="connsiteY6" fmla="*/ 1105284 h 2117559"/>
              <a:gd name="connsiteX7" fmla="*/ 1969632 w 2117287"/>
              <a:gd name="connsiteY7" fmla="*/ 1247921 h 2117559"/>
              <a:gd name="connsiteX8" fmla="*/ 1175436 w 2117287"/>
              <a:gd name="connsiteY8" fmla="*/ 1234252 h 2117559"/>
              <a:gd name="connsiteX9" fmla="*/ 1175436 w 2117287"/>
              <a:gd name="connsiteY9" fmla="*/ 1972403 h 2117559"/>
              <a:gd name="connsiteX10" fmla="*/ 1030280 w 2117287"/>
              <a:gd name="connsiteY10" fmla="*/ 2117559 h 2117559"/>
              <a:gd name="connsiteX11" fmla="*/ 1030281 w 2117287"/>
              <a:gd name="connsiteY11" fmla="*/ 2117558 h 2117559"/>
              <a:gd name="connsiteX12" fmla="*/ 885125 w 2117287"/>
              <a:gd name="connsiteY12" fmla="*/ 1972402 h 2117559"/>
              <a:gd name="connsiteX13" fmla="*/ 885125 w 2117287"/>
              <a:gd name="connsiteY13" fmla="*/ 1229255 h 2117559"/>
              <a:gd name="connsiteX14" fmla="*/ 142657 w 2117287"/>
              <a:gd name="connsiteY14" fmla="*/ 1216476 h 2117559"/>
              <a:gd name="connsiteX15" fmla="*/ 21 w 2117287"/>
              <a:gd name="connsiteY15" fmla="*/ 1068844 h 2117559"/>
              <a:gd name="connsiteX16" fmla="*/ 147653 w 2117287"/>
              <a:gd name="connsiteY16" fmla="*/ 926207 h 2117559"/>
              <a:gd name="connsiteX17" fmla="*/ 885125 w 2117287"/>
              <a:gd name="connsiteY17" fmla="*/ 938900 h 2117559"/>
              <a:gd name="connsiteX18" fmla="*/ 885125 w 2117287"/>
              <a:gd name="connsiteY18" fmla="*/ 145156 h 2117559"/>
              <a:gd name="connsiteX19" fmla="*/ 927640 w 2117287"/>
              <a:gd name="connsiteY19" fmla="*/ 42515 h 211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17287" h="2117559">
                <a:moveTo>
                  <a:pt x="927640" y="42515"/>
                </a:moveTo>
                <a:cubicBezTo>
                  <a:pt x="953908" y="16247"/>
                  <a:pt x="990197" y="0"/>
                  <a:pt x="1030281" y="0"/>
                </a:cubicBezTo>
                <a:cubicBezTo>
                  <a:pt x="1110448" y="0"/>
                  <a:pt x="1175437" y="64989"/>
                  <a:pt x="1175437" y="145156"/>
                </a:cubicBezTo>
                <a:lnTo>
                  <a:pt x="1175437" y="943897"/>
                </a:lnTo>
                <a:lnTo>
                  <a:pt x="1974629" y="957653"/>
                </a:lnTo>
                <a:cubicBezTo>
                  <a:pt x="2054784" y="959032"/>
                  <a:pt x="2118646" y="1025130"/>
                  <a:pt x="2117266" y="1105285"/>
                </a:cubicBezTo>
                <a:lnTo>
                  <a:pt x="2117265" y="1105284"/>
                </a:lnTo>
                <a:cubicBezTo>
                  <a:pt x="2115885" y="1185439"/>
                  <a:pt x="2049788" y="1249300"/>
                  <a:pt x="1969632" y="1247921"/>
                </a:cubicBezTo>
                <a:lnTo>
                  <a:pt x="1175436" y="1234252"/>
                </a:lnTo>
                <a:lnTo>
                  <a:pt x="1175436" y="1972403"/>
                </a:lnTo>
                <a:cubicBezTo>
                  <a:pt x="1175436" y="2052570"/>
                  <a:pt x="1110447" y="2117559"/>
                  <a:pt x="1030280" y="2117559"/>
                </a:cubicBezTo>
                <a:lnTo>
                  <a:pt x="1030281" y="2117558"/>
                </a:lnTo>
                <a:cubicBezTo>
                  <a:pt x="950114" y="2117558"/>
                  <a:pt x="885125" y="2052569"/>
                  <a:pt x="885125" y="1972402"/>
                </a:cubicBezTo>
                <a:lnTo>
                  <a:pt x="885125" y="1229255"/>
                </a:lnTo>
                <a:lnTo>
                  <a:pt x="142657" y="1216476"/>
                </a:lnTo>
                <a:cubicBezTo>
                  <a:pt x="62502" y="1215097"/>
                  <a:pt x="-1359" y="1148999"/>
                  <a:pt x="21" y="1068844"/>
                </a:cubicBezTo>
                <a:cubicBezTo>
                  <a:pt x="1400" y="988689"/>
                  <a:pt x="67498" y="924828"/>
                  <a:pt x="147653" y="926207"/>
                </a:cubicBezTo>
                <a:lnTo>
                  <a:pt x="885125" y="938900"/>
                </a:lnTo>
                <a:lnTo>
                  <a:pt x="885125" y="145156"/>
                </a:lnTo>
                <a:cubicBezTo>
                  <a:pt x="885125" y="105073"/>
                  <a:pt x="901372" y="68784"/>
                  <a:pt x="927640" y="425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1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810D8EA-717A-13E0-4593-73C1991BC175}"/>
              </a:ext>
            </a:extLst>
          </p:cNvPr>
          <p:cNvSpPr/>
          <p:nvPr/>
        </p:nvSpPr>
        <p:spPr>
          <a:xfrm>
            <a:off x="0" y="3429000"/>
            <a:ext cx="3240505" cy="3439416"/>
          </a:xfrm>
          <a:custGeom>
            <a:avLst/>
            <a:gdLst>
              <a:gd name="connsiteX0" fmla="*/ 2793755 w 2793755"/>
              <a:gd name="connsiteY0" fmla="*/ 2398341 h 2635787"/>
              <a:gd name="connsiteX1" fmla="*/ 2793755 w 2793755"/>
              <a:gd name="connsiteY1" fmla="*/ 2635787 h 2635787"/>
              <a:gd name="connsiteX2" fmla="*/ 2519930 w 2793755"/>
              <a:gd name="connsiteY2" fmla="*/ 2635787 h 2635787"/>
              <a:gd name="connsiteX3" fmla="*/ 2793755 w 2793755"/>
              <a:gd name="connsiteY3" fmla="*/ 2003882 h 2635787"/>
              <a:gd name="connsiteX4" fmla="*/ 2793755 w 2793755"/>
              <a:gd name="connsiteY4" fmla="*/ 2190471 h 2635787"/>
              <a:gd name="connsiteX5" fmla="*/ 2280212 w 2793755"/>
              <a:gd name="connsiteY5" fmla="*/ 2635787 h 2635787"/>
              <a:gd name="connsiteX6" fmla="*/ 2065036 w 2793755"/>
              <a:gd name="connsiteY6" fmla="*/ 2635787 h 2635787"/>
              <a:gd name="connsiteX7" fmla="*/ 2793755 w 2793755"/>
              <a:gd name="connsiteY7" fmla="*/ 1609424 h 2635787"/>
              <a:gd name="connsiteX8" fmla="*/ 2793755 w 2793755"/>
              <a:gd name="connsiteY8" fmla="*/ 1796012 h 2635787"/>
              <a:gd name="connsiteX9" fmla="*/ 1825318 w 2793755"/>
              <a:gd name="connsiteY9" fmla="*/ 2635787 h 2635787"/>
              <a:gd name="connsiteX10" fmla="*/ 1610143 w 2793755"/>
              <a:gd name="connsiteY10" fmla="*/ 2635787 h 2635787"/>
              <a:gd name="connsiteX11" fmla="*/ 2793755 w 2793755"/>
              <a:gd name="connsiteY11" fmla="*/ 1214965 h 2635787"/>
              <a:gd name="connsiteX12" fmla="*/ 2793755 w 2793755"/>
              <a:gd name="connsiteY12" fmla="*/ 1401554 h 2635787"/>
              <a:gd name="connsiteX13" fmla="*/ 1370425 w 2793755"/>
              <a:gd name="connsiteY13" fmla="*/ 2635787 h 2635787"/>
              <a:gd name="connsiteX14" fmla="*/ 1155249 w 2793755"/>
              <a:gd name="connsiteY14" fmla="*/ 2635787 h 2635787"/>
              <a:gd name="connsiteX15" fmla="*/ 2793755 w 2793755"/>
              <a:gd name="connsiteY15" fmla="*/ 820507 h 2635787"/>
              <a:gd name="connsiteX16" fmla="*/ 2793755 w 2793755"/>
              <a:gd name="connsiteY16" fmla="*/ 1007095 h 2635787"/>
              <a:gd name="connsiteX17" fmla="*/ 915531 w 2793755"/>
              <a:gd name="connsiteY17" fmla="*/ 2635787 h 2635787"/>
              <a:gd name="connsiteX18" fmla="*/ 700356 w 2793755"/>
              <a:gd name="connsiteY18" fmla="*/ 2635787 h 2635787"/>
              <a:gd name="connsiteX19" fmla="*/ 2793755 w 2793755"/>
              <a:gd name="connsiteY19" fmla="*/ 426048 h 2635787"/>
              <a:gd name="connsiteX20" fmla="*/ 2793755 w 2793755"/>
              <a:gd name="connsiteY20" fmla="*/ 612637 h 2635787"/>
              <a:gd name="connsiteX21" fmla="*/ 460638 w 2793755"/>
              <a:gd name="connsiteY21" fmla="*/ 2635787 h 2635787"/>
              <a:gd name="connsiteX22" fmla="*/ 245461 w 2793755"/>
              <a:gd name="connsiteY22" fmla="*/ 2635787 h 2635787"/>
              <a:gd name="connsiteX23" fmla="*/ 2793755 w 2793755"/>
              <a:gd name="connsiteY23" fmla="*/ 31591 h 2635787"/>
              <a:gd name="connsiteX24" fmla="*/ 2793755 w 2793755"/>
              <a:gd name="connsiteY24" fmla="*/ 218178 h 2635787"/>
              <a:gd name="connsiteX25" fmla="*/ 5743 w 2793755"/>
              <a:gd name="connsiteY25" fmla="*/ 2635787 h 2635787"/>
              <a:gd name="connsiteX26" fmla="*/ 0 w 2793755"/>
              <a:gd name="connsiteY26" fmla="*/ 2635787 h 2635787"/>
              <a:gd name="connsiteX27" fmla="*/ 0 w 2793755"/>
              <a:gd name="connsiteY27" fmla="*/ 2454181 h 2635787"/>
              <a:gd name="connsiteX28" fmla="*/ 2375291 w 2793755"/>
              <a:gd name="connsiteY28" fmla="*/ 0 h 2635787"/>
              <a:gd name="connsiteX29" fmla="*/ 2590468 w 2793755"/>
              <a:gd name="connsiteY29" fmla="*/ 0 h 2635787"/>
              <a:gd name="connsiteX30" fmla="*/ 0 w 2793755"/>
              <a:gd name="connsiteY30" fmla="*/ 2246310 h 2635787"/>
              <a:gd name="connsiteX31" fmla="*/ 0 w 2793755"/>
              <a:gd name="connsiteY31" fmla="*/ 2059721 h 2635787"/>
              <a:gd name="connsiteX32" fmla="*/ 1920399 w 2793755"/>
              <a:gd name="connsiteY32" fmla="*/ 0 h 2635787"/>
              <a:gd name="connsiteX33" fmla="*/ 2135573 w 2793755"/>
              <a:gd name="connsiteY33" fmla="*/ 0 h 2635787"/>
              <a:gd name="connsiteX34" fmla="*/ 0 w 2793755"/>
              <a:gd name="connsiteY34" fmla="*/ 1851851 h 2635787"/>
              <a:gd name="connsiteX35" fmla="*/ 0 w 2793755"/>
              <a:gd name="connsiteY35" fmla="*/ 1665263 h 2635787"/>
              <a:gd name="connsiteX36" fmla="*/ 1465504 w 2793755"/>
              <a:gd name="connsiteY36" fmla="*/ 0 h 2635787"/>
              <a:gd name="connsiteX37" fmla="*/ 1680681 w 2793755"/>
              <a:gd name="connsiteY37" fmla="*/ 0 h 2635787"/>
              <a:gd name="connsiteX38" fmla="*/ 0 w 2793755"/>
              <a:gd name="connsiteY38" fmla="*/ 1457393 h 2635787"/>
              <a:gd name="connsiteX39" fmla="*/ 0 w 2793755"/>
              <a:gd name="connsiteY39" fmla="*/ 1270804 h 2635787"/>
              <a:gd name="connsiteX40" fmla="*/ 1010613 w 2793755"/>
              <a:gd name="connsiteY40" fmla="*/ 0 h 2635787"/>
              <a:gd name="connsiteX41" fmla="*/ 1225786 w 2793755"/>
              <a:gd name="connsiteY41" fmla="*/ 0 h 2635787"/>
              <a:gd name="connsiteX42" fmla="*/ 0 w 2793755"/>
              <a:gd name="connsiteY42" fmla="*/ 1062934 h 2635787"/>
              <a:gd name="connsiteX43" fmla="*/ 0 w 2793755"/>
              <a:gd name="connsiteY43" fmla="*/ 876347 h 2635787"/>
              <a:gd name="connsiteX44" fmla="*/ 555718 w 2793755"/>
              <a:gd name="connsiteY44" fmla="*/ 0 h 2635787"/>
              <a:gd name="connsiteX45" fmla="*/ 770895 w 2793755"/>
              <a:gd name="connsiteY45" fmla="*/ 0 h 2635787"/>
              <a:gd name="connsiteX46" fmla="*/ 0 w 2793755"/>
              <a:gd name="connsiteY46" fmla="*/ 668477 h 2635787"/>
              <a:gd name="connsiteX47" fmla="*/ 0 w 2793755"/>
              <a:gd name="connsiteY47" fmla="*/ 481888 h 2635787"/>
              <a:gd name="connsiteX48" fmla="*/ 0 w 2793755"/>
              <a:gd name="connsiteY48" fmla="*/ 0 h 2635787"/>
              <a:gd name="connsiteX49" fmla="*/ 316000 w 2793755"/>
              <a:gd name="connsiteY49" fmla="*/ 0 h 2635787"/>
              <a:gd name="connsiteX50" fmla="*/ 0 w 2793755"/>
              <a:gd name="connsiteY50" fmla="*/ 274018 h 263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793755" h="2635787">
                <a:moveTo>
                  <a:pt x="2793755" y="2398341"/>
                </a:moveTo>
                <a:lnTo>
                  <a:pt x="2793755" y="2635787"/>
                </a:lnTo>
                <a:lnTo>
                  <a:pt x="2519930" y="2635787"/>
                </a:lnTo>
                <a:close/>
                <a:moveTo>
                  <a:pt x="2793755" y="2003882"/>
                </a:moveTo>
                <a:lnTo>
                  <a:pt x="2793755" y="2190471"/>
                </a:lnTo>
                <a:lnTo>
                  <a:pt x="2280212" y="2635787"/>
                </a:lnTo>
                <a:lnTo>
                  <a:pt x="2065036" y="2635787"/>
                </a:lnTo>
                <a:close/>
                <a:moveTo>
                  <a:pt x="2793755" y="1609424"/>
                </a:moveTo>
                <a:lnTo>
                  <a:pt x="2793755" y="1796012"/>
                </a:lnTo>
                <a:lnTo>
                  <a:pt x="1825318" y="2635787"/>
                </a:lnTo>
                <a:lnTo>
                  <a:pt x="1610143" y="2635787"/>
                </a:lnTo>
                <a:close/>
                <a:moveTo>
                  <a:pt x="2793755" y="1214965"/>
                </a:moveTo>
                <a:lnTo>
                  <a:pt x="2793755" y="1401554"/>
                </a:lnTo>
                <a:lnTo>
                  <a:pt x="1370425" y="2635787"/>
                </a:lnTo>
                <a:lnTo>
                  <a:pt x="1155249" y="2635787"/>
                </a:lnTo>
                <a:close/>
                <a:moveTo>
                  <a:pt x="2793755" y="820507"/>
                </a:moveTo>
                <a:lnTo>
                  <a:pt x="2793755" y="1007095"/>
                </a:lnTo>
                <a:lnTo>
                  <a:pt x="915531" y="2635787"/>
                </a:lnTo>
                <a:lnTo>
                  <a:pt x="700356" y="2635787"/>
                </a:lnTo>
                <a:close/>
                <a:moveTo>
                  <a:pt x="2793755" y="426048"/>
                </a:moveTo>
                <a:lnTo>
                  <a:pt x="2793755" y="612637"/>
                </a:lnTo>
                <a:lnTo>
                  <a:pt x="460638" y="2635787"/>
                </a:lnTo>
                <a:lnTo>
                  <a:pt x="245461" y="2635787"/>
                </a:lnTo>
                <a:close/>
                <a:moveTo>
                  <a:pt x="2793755" y="31591"/>
                </a:moveTo>
                <a:lnTo>
                  <a:pt x="2793755" y="218178"/>
                </a:lnTo>
                <a:lnTo>
                  <a:pt x="5743" y="2635787"/>
                </a:lnTo>
                <a:lnTo>
                  <a:pt x="0" y="2635787"/>
                </a:lnTo>
                <a:lnTo>
                  <a:pt x="0" y="2454181"/>
                </a:lnTo>
                <a:close/>
                <a:moveTo>
                  <a:pt x="2375291" y="0"/>
                </a:moveTo>
                <a:lnTo>
                  <a:pt x="2590468" y="0"/>
                </a:lnTo>
                <a:lnTo>
                  <a:pt x="0" y="2246310"/>
                </a:lnTo>
                <a:lnTo>
                  <a:pt x="0" y="2059721"/>
                </a:lnTo>
                <a:close/>
                <a:moveTo>
                  <a:pt x="1920399" y="0"/>
                </a:moveTo>
                <a:lnTo>
                  <a:pt x="2135573" y="0"/>
                </a:lnTo>
                <a:lnTo>
                  <a:pt x="0" y="1851851"/>
                </a:lnTo>
                <a:lnTo>
                  <a:pt x="0" y="1665263"/>
                </a:lnTo>
                <a:close/>
                <a:moveTo>
                  <a:pt x="1465504" y="0"/>
                </a:moveTo>
                <a:lnTo>
                  <a:pt x="1680681" y="0"/>
                </a:lnTo>
                <a:lnTo>
                  <a:pt x="0" y="1457393"/>
                </a:lnTo>
                <a:lnTo>
                  <a:pt x="0" y="1270804"/>
                </a:lnTo>
                <a:close/>
                <a:moveTo>
                  <a:pt x="1010613" y="0"/>
                </a:moveTo>
                <a:lnTo>
                  <a:pt x="1225786" y="0"/>
                </a:lnTo>
                <a:lnTo>
                  <a:pt x="0" y="1062934"/>
                </a:lnTo>
                <a:lnTo>
                  <a:pt x="0" y="876347"/>
                </a:lnTo>
                <a:close/>
                <a:moveTo>
                  <a:pt x="555718" y="0"/>
                </a:moveTo>
                <a:lnTo>
                  <a:pt x="770895" y="0"/>
                </a:lnTo>
                <a:lnTo>
                  <a:pt x="0" y="668477"/>
                </a:lnTo>
                <a:lnTo>
                  <a:pt x="0" y="481888"/>
                </a:lnTo>
                <a:close/>
                <a:moveTo>
                  <a:pt x="0" y="0"/>
                </a:moveTo>
                <a:lnTo>
                  <a:pt x="316000" y="0"/>
                </a:lnTo>
                <a:lnTo>
                  <a:pt x="0" y="27401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05563D-A790-C41E-225E-5FE75D0011E9}"/>
              </a:ext>
            </a:extLst>
          </p:cNvPr>
          <p:cNvGrpSpPr/>
          <p:nvPr/>
        </p:nvGrpSpPr>
        <p:grpSpPr>
          <a:xfrm>
            <a:off x="975450" y="424566"/>
            <a:ext cx="10144874" cy="253916"/>
            <a:chOff x="975450" y="424566"/>
            <a:chExt cx="10144874" cy="253916"/>
          </a:xfrm>
        </p:grpSpPr>
        <p:sp>
          <p:nvSpPr>
            <p:cNvPr id="3" name="Freeform 88">
              <a:extLst>
                <a:ext uri="{FF2B5EF4-FFF2-40B4-BE49-F238E27FC236}">
                  <a16:creationId xmlns:a16="http://schemas.microsoft.com/office/drawing/2014/main" id="{54240EB6-5D59-2FA8-9550-F4534E50B0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5558" y="461129"/>
              <a:ext cx="264766" cy="180790"/>
            </a:xfrm>
            <a:custGeom>
              <a:avLst/>
              <a:gdLst>
                <a:gd name="T0" fmla="*/ 2147483646 w 256"/>
                <a:gd name="T1" fmla="*/ 2147483646 h 216"/>
                <a:gd name="T2" fmla="*/ 2147483646 w 256"/>
                <a:gd name="T3" fmla="*/ 2147483646 h 216"/>
                <a:gd name="T4" fmla="*/ 0 w 256"/>
                <a:gd name="T5" fmla="*/ 2147483646 h 216"/>
                <a:gd name="T6" fmla="*/ 2147483646 w 256"/>
                <a:gd name="T7" fmla="*/ 2147483646 h 216"/>
                <a:gd name="T8" fmla="*/ 2147483646 w 256"/>
                <a:gd name="T9" fmla="*/ 2147483646 h 216"/>
                <a:gd name="T10" fmla="*/ 2147483646 w 256"/>
                <a:gd name="T11" fmla="*/ 2147483646 h 216"/>
                <a:gd name="T12" fmla="*/ 2147483646 w 256"/>
                <a:gd name="T13" fmla="*/ 2147483646 h 216"/>
                <a:gd name="T14" fmla="*/ 2147483646 w 256"/>
                <a:gd name="T15" fmla="*/ 2147483646 h 216"/>
                <a:gd name="T16" fmla="*/ 2147483646 w 256"/>
                <a:gd name="T17" fmla="*/ 2147483646 h 216"/>
                <a:gd name="T18" fmla="*/ 0 w 256"/>
                <a:gd name="T19" fmla="*/ 2147483646 h 216"/>
                <a:gd name="T20" fmla="*/ 2147483646 w 256"/>
                <a:gd name="T21" fmla="*/ 2147483646 h 216"/>
                <a:gd name="T22" fmla="*/ 2147483646 w 256"/>
                <a:gd name="T23" fmla="*/ 2147483646 h 216"/>
                <a:gd name="T24" fmla="*/ 2147483646 w 256"/>
                <a:gd name="T25" fmla="*/ 2147483646 h 216"/>
                <a:gd name="T26" fmla="*/ 2147483646 w 256"/>
                <a:gd name="T27" fmla="*/ 2147483646 h 216"/>
                <a:gd name="T28" fmla="*/ 2147483646 w 256"/>
                <a:gd name="T29" fmla="*/ 2147483646 h 216"/>
                <a:gd name="T30" fmla="*/ 2147483646 w 256"/>
                <a:gd name="T31" fmla="*/ 2147483646 h 216"/>
                <a:gd name="T32" fmla="*/ 0 w 256"/>
                <a:gd name="T33" fmla="*/ 2147483646 h 216"/>
                <a:gd name="T34" fmla="*/ 2147483646 w 256"/>
                <a:gd name="T35" fmla="*/ 0 h 216"/>
                <a:gd name="T36" fmla="*/ 2147483646 w 256"/>
                <a:gd name="T37" fmla="*/ 0 h 216"/>
                <a:gd name="T38" fmla="*/ 2147483646 w 256"/>
                <a:gd name="T39" fmla="*/ 2147483646 h 216"/>
                <a:gd name="T40" fmla="*/ 2147483646 w 256"/>
                <a:gd name="T41" fmla="*/ 2147483646 h 216"/>
                <a:gd name="T42" fmla="*/ 2147483646 w 256"/>
                <a:gd name="T43" fmla="*/ 2147483646 h 216"/>
                <a:gd name="T44" fmla="*/ 2147483646 w 256"/>
                <a:gd name="T45" fmla="*/ 2147483646 h 216"/>
                <a:gd name="T46" fmla="*/ 2147483646 w 256"/>
                <a:gd name="T47" fmla="*/ 2147483646 h 216"/>
                <a:gd name="T48" fmla="*/ 2147483646 w 256"/>
                <a:gd name="T49" fmla="*/ 2147483646 h 216"/>
                <a:gd name="T50" fmla="*/ 2147483646 w 256"/>
                <a:gd name="T51" fmla="*/ 2147483646 h 216"/>
                <a:gd name="T52" fmla="*/ 0 w 256"/>
                <a:gd name="T53" fmla="*/ 2147483646 h 216"/>
                <a:gd name="T54" fmla="*/ 2147483646 w 256"/>
                <a:gd name="T55" fmla="*/ 2147483646 h 2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6" h="216">
                  <a:moveTo>
                    <a:pt x="244" y="152"/>
                  </a:moveTo>
                  <a:cubicBezTo>
                    <a:pt x="12" y="152"/>
                    <a:pt x="12" y="152"/>
                    <a:pt x="12" y="152"/>
                  </a:cubicBezTo>
                  <a:cubicBezTo>
                    <a:pt x="5" y="152"/>
                    <a:pt x="0" y="147"/>
                    <a:pt x="0" y="140"/>
                  </a:cubicBezTo>
                  <a:cubicBezTo>
                    <a:pt x="0" y="133"/>
                    <a:pt x="5" y="128"/>
                    <a:pt x="12" y="128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51" y="128"/>
                    <a:pt x="256" y="133"/>
                    <a:pt x="256" y="140"/>
                  </a:cubicBezTo>
                  <a:cubicBezTo>
                    <a:pt x="256" y="147"/>
                    <a:pt x="251" y="152"/>
                    <a:pt x="244" y="152"/>
                  </a:cubicBezTo>
                  <a:moveTo>
                    <a:pt x="244" y="88"/>
                  </a:moveTo>
                  <a:cubicBezTo>
                    <a:pt x="12" y="88"/>
                    <a:pt x="12" y="88"/>
                    <a:pt x="12" y="88"/>
                  </a:cubicBezTo>
                  <a:cubicBezTo>
                    <a:pt x="5" y="88"/>
                    <a:pt x="0" y="83"/>
                    <a:pt x="0" y="76"/>
                  </a:cubicBezTo>
                  <a:cubicBezTo>
                    <a:pt x="0" y="69"/>
                    <a:pt x="5" y="64"/>
                    <a:pt x="12" y="64"/>
                  </a:cubicBezTo>
                  <a:cubicBezTo>
                    <a:pt x="244" y="64"/>
                    <a:pt x="244" y="64"/>
                    <a:pt x="244" y="64"/>
                  </a:cubicBezTo>
                  <a:cubicBezTo>
                    <a:pt x="251" y="64"/>
                    <a:pt x="256" y="69"/>
                    <a:pt x="256" y="76"/>
                  </a:cubicBezTo>
                  <a:cubicBezTo>
                    <a:pt x="256" y="83"/>
                    <a:pt x="251" y="88"/>
                    <a:pt x="244" y="88"/>
                  </a:cubicBezTo>
                  <a:moveTo>
                    <a:pt x="244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51" y="0"/>
                    <a:pt x="256" y="5"/>
                    <a:pt x="256" y="12"/>
                  </a:cubicBezTo>
                  <a:cubicBezTo>
                    <a:pt x="256" y="19"/>
                    <a:pt x="251" y="24"/>
                    <a:pt x="244" y="24"/>
                  </a:cubicBezTo>
                  <a:moveTo>
                    <a:pt x="12" y="192"/>
                  </a:moveTo>
                  <a:cubicBezTo>
                    <a:pt x="244" y="192"/>
                    <a:pt x="244" y="192"/>
                    <a:pt x="244" y="192"/>
                  </a:cubicBezTo>
                  <a:cubicBezTo>
                    <a:pt x="251" y="192"/>
                    <a:pt x="256" y="197"/>
                    <a:pt x="256" y="204"/>
                  </a:cubicBezTo>
                  <a:cubicBezTo>
                    <a:pt x="256" y="211"/>
                    <a:pt x="251" y="216"/>
                    <a:pt x="244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5" y="216"/>
                    <a:pt x="0" y="211"/>
                    <a:pt x="0" y="204"/>
                  </a:cubicBezTo>
                  <a:cubicBezTo>
                    <a:pt x="0" y="197"/>
                    <a:pt x="5" y="192"/>
                    <a:pt x="12" y="1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D11152-3A42-0F3F-7F5D-E10A049B80C5}"/>
                </a:ext>
              </a:extLst>
            </p:cNvPr>
            <p:cNvSpPr txBox="1"/>
            <p:nvPr/>
          </p:nvSpPr>
          <p:spPr>
            <a:xfrm>
              <a:off x="975450" y="424566"/>
              <a:ext cx="75533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/>
                  </a:solidFill>
                  <a:latin typeface="Work Sans" pitchFamily="2" charset="0"/>
                </a:rPr>
                <a:t>FITNESS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8745D4-513B-351F-38AB-FF96D912721F}"/>
                </a:ext>
              </a:extLst>
            </p:cNvPr>
            <p:cNvSpPr txBox="1"/>
            <p:nvPr/>
          </p:nvSpPr>
          <p:spPr>
            <a:xfrm>
              <a:off x="4593465" y="424566"/>
              <a:ext cx="5517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Work Sans" pitchFamily="2" charset="0"/>
                </a:rPr>
                <a:t>Menu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1C968B-7E4D-60D6-67B6-EEAE419F58CE}"/>
                </a:ext>
              </a:extLst>
            </p:cNvPr>
            <p:cNvSpPr txBox="1"/>
            <p:nvPr/>
          </p:nvSpPr>
          <p:spPr>
            <a:xfrm>
              <a:off x="5291965" y="424566"/>
              <a:ext cx="6431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Gallery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6B36FF-5A2A-5B9F-34DF-6B1F6289128B}"/>
                </a:ext>
              </a:extLst>
            </p:cNvPr>
            <p:cNvSpPr txBox="1"/>
            <p:nvPr/>
          </p:nvSpPr>
          <p:spPr>
            <a:xfrm>
              <a:off x="6089851" y="424566"/>
              <a:ext cx="6607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19F1B8-E7CC-055B-C979-9EB97DBE5FB1}"/>
                </a:ext>
              </a:extLst>
            </p:cNvPr>
            <p:cNvSpPr txBox="1"/>
            <p:nvPr/>
          </p:nvSpPr>
          <p:spPr>
            <a:xfrm>
              <a:off x="6905370" y="424566"/>
              <a:ext cx="7056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Contact</a:t>
              </a:r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4982A95B-344F-61A6-7329-9CD361C60A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61625" y="460895"/>
              <a:ext cx="180907" cy="180907"/>
            </a:xfrm>
            <a:custGeom>
              <a:avLst/>
              <a:gdLst>
                <a:gd name="T0" fmla="*/ 2147483646 w 115"/>
                <a:gd name="T1" fmla="*/ 2147483646 h 115"/>
                <a:gd name="T2" fmla="*/ 2147483646 w 115"/>
                <a:gd name="T3" fmla="*/ 2147483646 h 115"/>
                <a:gd name="T4" fmla="*/ 2147483646 w 115"/>
                <a:gd name="T5" fmla="*/ 2147483646 h 115"/>
                <a:gd name="T6" fmla="*/ 2147483646 w 115"/>
                <a:gd name="T7" fmla="*/ 0 h 115"/>
                <a:gd name="T8" fmla="*/ 0 w 115"/>
                <a:gd name="T9" fmla="*/ 2147483646 h 115"/>
                <a:gd name="T10" fmla="*/ 2147483646 w 115"/>
                <a:gd name="T11" fmla="*/ 2147483646 h 115"/>
                <a:gd name="T12" fmla="*/ 2147483646 w 115"/>
                <a:gd name="T13" fmla="*/ 2147483646 h 115"/>
                <a:gd name="T14" fmla="*/ 2147483646 w 115"/>
                <a:gd name="T15" fmla="*/ 2147483646 h 115"/>
                <a:gd name="T16" fmla="*/ 2147483646 w 115"/>
                <a:gd name="T17" fmla="*/ 2147483646 h 115"/>
                <a:gd name="T18" fmla="*/ 2147483646 w 115"/>
                <a:gd name="T19" fmla="*/ 2147483646 h 115"/>
                <a:gd name="T20" fmla="*/ 2147483646 w 115"/>
                <a:gd name="T21" fmla="*/ 2147483646 h 115"/>
                <a:gd name="T22" fmla="*/ 2147483646 w 115"/>
                <a:gd name="T23" fmla="*/ 2147483646 h 115"/>
                <a:gd name="T24" fmla="*/ 2147483646 w 115"/>
                <a:gd name="T25" fmla="*/ 2147483646 h 115"/>
                <a:gd name="T26" fmla="*/ 2147483646 w 115"/>
                <a:gd name="T27" fmla="*/ 2147483646 h 115"/>
                <a:gd name="T28" fmla="*/ 2147483646 w 115"/>
                <a:gd name="T29" fmla="*/ 2147483646 h 115"/>
                <a:gd name="T30" fmla="*/ 2147483646 w 115"/>
                <a:gd name="T31" fmla="*/ 2147483646 h 1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5" h="115">
                  <a:moveTo>
                    <a:pt x="114" y="98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9" y="70"/>
                    <a:pt x="102" y="60"/>
                    <a:pt x="102" y="50"/>
                  </a:cubicBezTo>
                  <a:cubicBezTo>
                    <a:pt x="102" y="22"/>
                    <a:pt x="79" y="0"/>
                    <a:pt x="51" y="0"/>
                  </a:cubicBezTo>
                  <a:cubicBezTo>
                    <a:pt x="23" y="0"/>
                    <a:pt x="0" y="22"/>
                    <a:pt x="0" y="50"/>
                  </a:cubicBezTo>
                  <a:cubicBezTo>
                    <a:pt x="0" y="78"/>
                    <a:pt x="23" y="101"/>
                    <a:pt x="51" y="101"/>
                  </a:cubicBezTo>
                  <a:cubicBezTo>
                    <a:pt x="61" y="101"/>
                    <a:pt x="71" y="98"/>
                    <a:pt x="78" y="93"/>
                  </a:cubicBezTo>
                  <a:cubicBezTo>
                    <a:pt x="98" y="113"/>
                    <a:pt x="98" y="113"/>
                    <a:pt x="98" y="113"/>
                  </a:cubicBezTo>
                  <a:cubicBezTo>
                    <a:pt x="100" y="115"/>
                    <a:pt x="102" y="115"/>
                    <a:pt x="104" y="113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1"/>
                    <a:pt x="115" y="99"/>
                    <a:pt x="114" y="98"/>
                  </a:cubicBezTo>
                  <a:close/>
                  <a:moveTo>
                    <a:pt x="51" y="87"/>
                  </a:moveTo>
                  <a:cubicBezTo>
                    <a:pt x="31" y="87"/>
                    <a:pt x="15" y="70"/>
                    <a:pt x="15" y="50"/>
                  </a:cubicBezTo>
                  <a:cubicBezTo>
                    <a:pt x="15" y="30"/>
                    <a:pt x="31" y="14"/>
                    <a:pt x="51" y="14"/>
                  </a:cubicBezTo>
                  <a:cubicBezTo>
                    <a:pt x="71" y="14"/>
                    <a:pt x="87" y="30"/>
                    <a:pt x="87" y="50"/>
                  </a:cubicBezTo>
                  <a:cubicBezTo>
                    <a:pt x="87" y="70"/>
                    <a:pt x="71" y="87"/>
                    <a:pt x="51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4E9866-51A0-7F6F-9C47-C6D534C87C0E}"/>
              </a:ext>
            </a:extLst>
          </p:cNvPr>
          <p:cNvSpPr txBox="1"/>
          <p:nvPr/>
        </p:nvSpPr>
        <p:spPr>
          <a:xfrm>
            <a:off x="6915845" y="3128715"/>
            <a:ext cx="238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5A91D-3FDD-45A3-4115-99B3C1754596}"/>
              </a:ext>
            </a:extLst>
          </p:cNvPr>
          <p:cNvSpPr txBox="1"/>
          <p:nvPr/>
        </p:nvSpPr>
        <p:spPr>
          <a:xfrm>
            <a:off x="6897130" y="3879919"/>
            <a:ext cx="4294264" cy="17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050" dirty="0">
                <a:solidFill>
                  <a:schemeClr val="bg1"/>
                </a:solidFill>
                <a:latin typeface="Work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{{TEXT}}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DCF9D-1642-3583-E2F0-50501E764C16}"/>
              </a:ext>
            </a:extLst>
          </p:cNvPr>
          <p:cNvSpPr txBox="1"/>
          <p:nvPr/>
        </p:nvSpPr>
        <p:spPr>
          <a:xfrm>
            <a:off x="6915845" y="1216252"/>
            <a:ext cx="4106333" cy="70788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Bebas Neue" panose="020B0606020202050201" pitchFamily="34" charset="0"/>
              </a:rPr>
              <a:t>{{TITLE}}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1588EA-6ED4-BE62-8DD6-4C039369E2FA}"/>
              </a:ext>
            </a:extLst>
          </p:cNvPr>
          <p:cNvSpPr txBox="1"/>
          <p:nvPr/>
        </p:nvSpPr>
        <p:spPr>
          <a:xfrm>
            <a:off x="6905370" y="2135789"/>
            <a:ext cx="4286024" cy="5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FC55C-3230-E023-C2DD-D31755F8EE3B}"/>
              </a:ext>
            </a:extLst>
          </p:cNvPr>
          <p:cNvSpPr/>
          <p:nvPr/>
        </p:nvSpPr>
        <p:spPr>
          <a:xfrm>
            <a:off x="1054100" y="1289050"/>
            <a:ext cx="4326422" cy="43526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5C73AC8-050E-599D-B6F4-EE6F22A477D6}"/>
              </a:ext>
            </a:extLst>
          </p:cNvPr>
          <p:cNvSpPr/>
          <p:nvPr/>
        </p:nvSpPr>
        <p:spPr>
          <a:xfrm rot="2704573">
            <a:off x="4808502" y="1475053"/>
            <a:ext cx="398094" cy="406351"/>
          </a:xfrm>
          <a:custGeom>
            <a:avLst/>
            <a:gdLst>
              <a:gd name="connsiteX0" fmla="*/ 927640 w 2117287"/>
              <a:gd name="connsiteY0" fmla="*/ 42515 h 2117559"/>
              <a:gd name="connsiteX1" fmla="*/ 1030281 w 2117287"/>
              <a:gd name="connsiteY1" fmla="*/ 0 h 2117559"/>
              <a:gd name="connsiteX2" fmla="*/ 1175437 w 2117287"/>
              <a:gd name="connsiteY2" fmla="*/ 145156 h 2117559"/>
              <a:gd name="connsiteX3" fmla="*/ 1175437 w 2117287"/>
              <a:gd name="connsiteY3" fmla="*/ 943897 h 2117559"/>
              <a:gd name="connsiteX4" fmla="*/ 1974629 w 2117287"/>
              <a:gd name="connsiteY4" fmla="*/ 957653 h 2117559"/>
              <a:gd name="connsiteX5" fmla="*/ 2117266 w 2117287"/>
              <a:gd name="connsiteY5" fmla="*/ 1105285 h 2117559"/>
              <a:gd name="connsiteX6" fmla="*/ 2117265 w 2117287"/>
              <a:gd name="connsiteY6" fmla="*/ 1105284 h 2117559"/>
              <a:gd name="connsiteX7" fmla="*/ 1969632 w 2117287"/>
              <a:gd name="connsiteY7" fmla="*/ 1247921 h 2117559"/>
              <a:gd name="connsiteX8" fmla="*/ 1175436 w 2117287"/>
              <a:gd name="connsiteY8" fmla="*/ 1234252 h 2117559"/>
              <a:gd name="connsiteX9" fmla="*/ 1175436 w 2117287"/>
              <a:gd name="connsiteY9" fmla="*/ 1972403 h 2117559"/>
              <a:gd name="connsiteX10" fmla="*/ 1030280 w 2117287"/>
              <a:gd name="connsiteY10" fmla="*/ 2117559 h 2117559"/>
              <a:gd name="connsiteX11" fmla="*/ 1030281 w 2117287"/>
              <a:gd name="connsiteY11" fmla="*/ 2117558 h 2117559"/>
              <a:gd name="connsiteX12" fmla="*/ 885125 w 2117287"/>
              <a:gd name="connsiteY12" fmla="*/ 1972402 h 2117559"/>
              <a:gd name="connsiteX13" fmla="*/ 885125 w 2117287"/>
              <a:gd name="connsiteY13" fmla="*/ 1229255 h 2117559"/>
              <a:gd name="connsiteX14" fmla="*/ 142657 w 2117287"/>
              <a:gd name="connsiteY14" fmla="*/ 1216476 h 2117559"/>
              <a:gd name="connsiteX15" fmla="*/ 21 w 2117287"/>
              <a:gd name="connsiteY15" fmla="*/ 1068844 h 2117559"/>
              <a:gd name="connsiteX16" fmla="*/ 147653 w 2117287"/>
              <a:gd name="connsiteY16" fmla="*/ 926207 h 2117559"/>
              <a:gd name="connsiteX17" fmla="*/ 885125 w 2117287"/>
              <a:gd name="connsiteY17" fmla="*/ 938900 h 2117559"/>
              <a:gd name="connsiteX18" fmla="*/ 885125 w 2117287"/>
              <a:gd name="connsiteY18" fmla="*/ 145156 h 2117559"/>
              <a:gd name="connsiteX19" fmla="*/ 927640 w 2117287"/>
              <a:gd name="connsiteY19" fmla="*/ 42515 h 211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17287" h="2117559">
                <a:moveTo>
                  <a:pt x="927640" y="42515"/>
                </a:moveTo>
                <a:cubicBezTo>
                  <a:pt x="953908" y="16247"/>
                  <a:pt x="990197" y="0"/>
                  <a:pt x="1030281" y="0"/>
                </a:cubicBezTo>
                <a:cubicBezTo>
                  <a:pt x="1110448" y="0"/>
                  <a:pt x="1175437" y="64989"/>
                  <a:pt x="1175437" y="145156"/>
                </a:cubicBezTo>
                <a:lnTo>
                  <a:pt x="1175437" y="943897"/>
                </a:lnTo>
                <a:lnTo>
                  <a:pt x="1974629" y="957653"/>
                </a:lnTo>
                <a:cubicBezTo>
                  <a:pt x="2054784" y="959032"/>
                  <a:pt x="2118646" y="1025130"/>
                  <a:pt x="2117266" y="1105285"/>
                </a:cubicBezTo>
                <a:lnTo>
                  <a:pt x="2117265" y="1105284"/>
                </a:lnTo>
                <a:cubicBezTo>
                  <a:pt x="2115885" y="1185439"/>
                  <a:pt x="2049788" y="1249300"/>
                  <a:pt x="1969632" y="1247921"/>
                </a:cubicBezTo>
                <a:lnTo>
                  <a:pt x="1175436" y="1234252"/>
                </a:lnTo>
                <a:lnTo>
                  <a:pt x="1175436" y="1972403"/>
                </a:lnTo>
                <a:cubicBezTo>
                  <a:pt x="1175436" y="2052570"/>
                  <a:pt x="1110447" y="2117559"/>
                  <a:pt x="1030280" y="2117559"/>
                </a:cubicBezTo>
                <a:lnTo>
                  <a:pt x="1030281" y="2117558"/>
                </a:lnTo>
                <a:cubicBezTo>
                  <a:pt x="950114" y="2117558"/>
                  <a:pt x="885125" y="2052569"/>
                  <a:pt x="885125" y="1972402"/>
                </a:cubicBezTo>
                <a:lnTo>
                  <a:pt x="885125" y="1229255"/>
                </a:lnTo>
                <a:lnTo>
                  <a:pt x="142657" y="1216476"/>
                </a:lnTo>
                <a:cubicBezTo>
                  <a:pt x="62502" y="1215097"/>
                  <a:pt x="-1359" y="1148999"/>
                  <a:pt x="21" y="1068844"/>
                </a:cubicBezTo>
                <a:cubicBezTo>
                  <a:pt x="1400" y="988689"/>
                  <a:pt x="67498" y="924828"/>
                  <a:pt x="147653" y="926207"/>
                </a:cubicBezTo>
                <a:lnTo>
                  <a:pt x="885125" y="938900"/>
                </a:lnTo>
                <a:lnTo>
                  <a:pt x="885125" y="145156"/>
                </a:lnTo>
                <a:cubicBezTo>
                  <a:pt x="885125" y="105073"/>
                  <a:pt x="901372" y="68784"/>
                  <a:pt x="927640" y="425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BE40548-99EA-8C97-2360-5146013761E8}"/>
              </a:ext>
            </a:extLst>
          </p:cNvPr>
          <p:cNvSpPr/>
          <p:nvPr/>
        </p:nvSpPr>
        <p:spPr>
          <a:xfrm rot="2704573">
            <a:off x="4808501" y="5114337"/>
            <a:ext cx="398094" cy="406351"/>
          </a:xfrm>
          <a:custGeom>
            <a:avLst/>
            <a:gdLst>
              <a:gd name="connsiteX0" fmla="*/ 927640 w 2117287"/>
              <a:gd name="connsiteY0" fmla="*/ 42515 h 2117559"/>
              <a:gd name="connsiteX1" fmla="*/ 1030281 w 2117287"/>
              <a:gd name="connsiteY1" fmla="*/ 0 h 2117559"/>
              <a:gd name="connsiteX2" fmla="*/ 1175437 w 2117287"/>
              <a:gd name="connsiteY2" fmla="*/ 145156 h 2117559"/>
              <a:gd name="connsiteX3" fmla="*/ 1175437 w 2117287"/>
              <a:gd name="connsiteY3" fmla="*/ 943897 h 2117559"/>
              <a:gd name="connsiteX4" fmla="*/ 1974629 w 2117287"/>
              <a:gd name="connsiteY4" fmla="*/ 957653 h 2117559"/>
              <a:gd name="connsiteX5" fmla="*/ 2117266 w 2117287"/>
              <a:gd name="connsiteY5" fmla="*/ 1105285 h 2117559"/>
              <a:gd name="connsiteX6" fmla="*/ 2117265 w 2117287"/>
              <a:gd name="connsiteY6" fmla="*/ 1105284 h 2117559"/>
              <a:gd name="connsiteX7" fmla="*/ 1969632 w 2117287"/>
              <a:gd name="connsiteY7" fmla="*/ 1247921 h 2117559"/>
              <a:gd name="connsiteX8" fmla="*/ 1175436 w 2117287"/>
              <a:gd name="connsiteY8" fmla="*/ 1234252 h 2117559"/>
              <a:gd name="connsiteX9" fmla="*/ 1175436 w 2117287"/>
              <a:gd name="connsiteY9" fmla="*/ 1972403 h 2117559"/>
              <a:gd name="connsiteX10" fmla="*/ 1030280 w 2117287"/>
              <a:gd name="connsiteY10" fmla="*/ 2117559 h 2117559"/>
              <a:gd name="connsiteX11" fmla="*/ 1030281 w 2117287"/>
              <a:gd name="connsiteY11" fmla="*/ 2117558 h 2117559"/>
              <a:gd name="connsiteX12" fmla="*/ 885125 w 2117287"/>
              <a:gd name="connsiteY12" fmla="*/ 1972402 h 2117559"/>
              <a:gd name="connsiteX13" fmla="*/ 885125 w 2117287"/>
              <a:gd name="connsiteY13" fmla="*/ 1229255 h 2117559"/>
              <a:gd name="connsiteX14" fmla="*/ 142657 w 2117287"/>
              <a:gd name="connsiteY14" fmla="*/ 1216476 h 2117559"/>
              <a:gd name="connsiteX15" fmla="*/ 21 w 2117287"/>
              <a:gd name="connsiteY15" fmla="*/ 1068844 h 2117559"/>
              <a:gd name="connsiteX16" fmla="*/ 147653 w 2117287"/>
              <a:gd name="connsiteY16" fmla="*/ 926207 h 2117559"/>
              <a:gd name="connsiteX17" fmla="*/ 885125 w 2117287"/>
              <a:gd name="connsiteY17" fmla="*/ 938900 h 2117559"/>
              <a:gd name="connsiteX18" fmla="*/ 885125 w 2117287"/>
              <a:gd name="connsiteY18" fmla="*/ 145156 h 2117559"/>
              <a:gd name="connsiteX19" fmla="*/ 927640 w 2117287"/>
              <a:gd name="connsiteY19" fmla="*/ 42515 h 211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17287" h="2117559">
                <a:moveTo>
                  <a:pt x="927640" y="42515"/>
                </a:moveTo>
                <a:cubicBezTo>
                  <a:pt x="953908" y="16247"/>
                  <a:pt x="990197" y="0"/>
                  <a:pt x="1030281" y="0"/>
                </a:cubicBezTo>
                <a:cubicBezTo>
                  <a:pt x="1110448" y="0"/>
                  <a:pt x="1175437" y="64989"/>
                  <a:pt x="1175437" y="145156"/>
                </a:cubicBezTo>
                <a:lnTo>
                  <a:pt x="1175437" y="943897"/>
                </a:lnTo>
                <a:lnTo>
                  <a:pt x="1974629" y="957653"/>
                </a:lnTo>
                <a:cubicBezTo>
                  <a:pt x="2054784" y="959032"/>
                  <a:pt x="2118646" y="1025130"/>
                  <a:pt x="2117266" y="1105285"/>
                </a:cubicBezTo>
                <a:lnTo>
                  <a:pt x="2117265" y="1105284"/>
                </a:lnTo>
                <a:cubicBezTo>
                  <a:pt x="2115885" y="1185439"/>
                  <a:pt x="2049788" y="1249300"/>
                  <a:pt x="1969632" y="1247921"/>
                </a:cubicBezTo>
                <a:lnTo>
                  <a:pt x="1175436" y="1234252"/>
                </a:lnTo>
                <a:lnTo>
                  <a:pt x="1175436" y="1972403"/>
                </a:lnTo>
                <a:cubicBezTo>
                  <a:pt x="1175436" y="2052570"/>
                  <a:pt x="1110447" y="2117559"/>
                  <a:pt x="1030280" y="2117559"/>
                </a:cubicBezTo>
                <a:lnTo>
                  <a:pt x="1030281" y="2117558"/>
                </a:lnTo>
                <a:cubicBezTo>
                  <a:pt x="950114" y="2117558"/>
                  <a:pt x="885125" y="2052569"/>
                  <a:pt x="885125" y="1972402"/>
                </a:cubicBezTo>
                <a:lnTo>
                  <a:pt x="885125" y="1229255"/>
                </a:lnTo>
                <a:lnTo>
                  <a:pt x="142657" y="1216476"/>
                </a:lnTo>
                <a:cubicBezTo>
                  <a:pt x="62502" y="1215097"/>
                  <a:pt x="-1359" y="1148999"/>
                  <a:pt x="21" y="1068844"/>
                </a:cubicBezTo>
                <a:cubicBezTo>
                  <a:pt x="1400" y="988689"/>
                  <a:pt x="67498" y="924828"/>
                  <a:pt x="147653" y="926207"/>
                </a:cubicBezTo>
                <a:lnTo>
                  <a:pt x="885125" y="938900"/>
                </a:lnTo>
                <a:lnTo>
                  <a:pt x="885125" y="145156"/>
                </a:lnTo>
                <a:cubicBezTo>
                  <a:pt x="885125" y="105073"/>
                  <a:pt x="901372" y="68784"/>
                  <a:pt x="927640" y="425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C342A0-819E-8F81-CFEE-A6AAF45AA497}"/>
              </a:ext>
            </a:extLst>
          </p:cNvPr>
          <p:cNvSpPr/>
          <p:nvPr/>
        </p:nvSpPr>
        <p:spPr>
          <a:xfrm>
            <a:off x="8944526" y="6314321"/>
            <a:ext cx="3240505" cy="519996"/>
          </a:xfrm>
          <a:custGeom>
            <a:avLst/>
            <a:gdLst>
              <a:gd name="connsiteX0" fmla="*/ 3240505 w 3240505"/>
              <a:gd name="connsiteY0" fmla="*/ 41223 h 519996"/>
              <a:gd name="connsiteX1" fmla="*/ 3240505 w 3240505"/>
              <a:gd name="connsiteY1" fmla="*/ 284699 h 519996"/>
              <a:gd name="connsiteX2" fmla="*/ 2999306 w 3240505"/>
              <a:gd name="connsiteY2" fmla="*/ 519996 h 519996"/>
              <a:gd name="connsiteX3" fmla="*/ 2749724 w 3240505"/>
              <a:gd name="connsiteY3" fmla="*/ 519996 h 519996"/>
              <a:gd name="connsiteX4" fmla="*/ 2755124 w 3240505"/>
              <a:gd name="connsiteY4" fmla="*/ 0 h 519996"/>
              <a:gd name="connsiteX5" fmla="*/ 3004710 w 3240505"/>
              <a:gd name="connsiteY5" fmla="*/ 0 h 519996"/>
              <a:gd name="connsiteX6" fmla="*/ 2471672 w 3240505"/>
              <a:gd name="connsiteY6" fmla="*/ 519996 h 519996"/>
              <a:gd name="connsiteX7" fmla="*/ 2222086 w 3240505"/>
              <a:gd name="connsiteY7" fmla="*/ 519996 h 519996"/>
              <a:gd name="connsiteX8" fmla="*/ 2227491 w 3240505"/>
              <a:gd name="connsiteY8" fmla="*/ 0 h 519996"/>
              <a:gd name="connsiteX9" fmla="*/ 2477073 w 3240505"/>
              <a:gd name="connsiteY9" fmla="*/ 0 h 519996"/>
              <a:gd name="connsiteX10" fmla="*/ 1944035 w 3240505"/>
              <a:gd name="connsiteY10" fmla="*/ 519996 h 519996"/>
              <a:gd name="connsiteX11" fmla="*/ 1694452 w 3240505"/>
              <a:gd name="connsiteY11" fmla="*/ 519996 h 519996"/>
              <a:gd name="connsiteX12" fmla="*/ 1699853 w 3240505"/>
              <a:gd name="connsiteY12" fmla="*/ 0 h 519996"/>
              <a:gd name="connsiteX13" fmla="*/ 1949439 w 3240505"/>
              <a:gd name="connsiteY13" fmla="*/ 0 h 519996"/>
              <a:gd name="connsiteX14" fmla="*/ 1416401 w 3240505"/>
              <a:gd name="connsiteY14" fmla="*/ 519996 h 519996"/>
              <a:gd name="connsiteX15" fmla="*/ 1166815 w 3240505"/>
              <a:gd name="connsiteY15" fmla="*/ 519996 h 519996"/>
              <a:gd name="connsiteX16" fmla="*/ 1172220 w 3240505"/>
              <a:gd name="connsiteY16" fmla="*/ 0 h 519996"/>
              <a:gd name="connsiteX17" fmla="*/ 1421802 w 3240505"/>
              <a:gd name="connsiteY17" fmla="*/ 0 h 519996"/>
              <a:gd name="connsiteX18" fmla="*/ 888764 w 3240505"/>
              <a:gd name="connsiteY18" fmla="*/ 519996 h 519996"/>
              <a:gd name="connsiteX19" fmla="*/ 639182 w 3240505"/>
              <a:gd name="connsiteY19" fmla="*/ 519996 h 519996"/>
              <a:gd name="connsiteX20" fmla="*/ 644583 w 3240505"/>
              <a:gd name="connsiteY20" fmla="*/ 0 h 519996"/>
              <a:gd name="connsiteX21" fmla="*/ 894169 w 3240505"/>
              <a:gd name="connsiteY21" fmla="*/ 0 h 519996"/>
              <a:gd name="connsiteX22" fmla="*/ 361130 w 3240505"/>
              <a:gd name="connsiteY22" fmla="*/ 519996 h 519996"/>
              <a:gd name="connsiteX23" fmla="*/ 111545 w 3240505"/>
              <a:gd name="connsiteY23" fmla="*/ 519996 h 519996"/>
              <a:gd name="connsiteX24" fmla="*/ 0 w 3240505"/>
              <a:gd name="connsiteY24" fmla="*/ 0 h 519996"/>
              <a:gd name="connsiteX25" fmla="*/ 366532 w 3240505"/>
              <a:gd name="connsiteY25" fmla="*/ 0 h 519996"/>
              <a:gd name="connsiteX26" fmla="*/ 0 w 3240505"/>
              <a:gd name="connsiteY26" fmla="*/ 357564 h 519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240505" h="519996">
                <a:moveTo>
                  <a:pt x="3240505" y="41223"/>
                </a:moveTo>
                <a:lnTo>
                  <a:pt x="3240505" y="284699"/>
                </a:lnTo>
                <a:lnTo>
                  <a:pt x="2999306" y="519996"/>
                </a:lnTo>
                <a:lnTo>
                  <a:pt x="2749724" y="519996"/>
                </a:lnTo>
                <a:close/>
                <a:moveTo>
                  <a:pt x="2755124" y="0"/>
                </a:moveTo>
                <a:lnTo>
                  <a:pt x="3004710" y="0"/>
                </a:lnTo>
                <a:lnTo>
                  <a:pt x="2471672" y="519996"/>
                </a:lnTo>
                <a:lnTo>
                  <a:pt x="2222086" y="519996"/>
                </a:lnTo>
                <a:close/>
                <a:moveTo>
                  <a:pt x="2227491" y="0"/>
                </a:moveTo>
                <a:lnTo>
                  <a:pt x="2477073" y="0"/>
                </a:lnTo>
                <a:lnTo>
                  <a:pt x="1944035" y="519996"/>
                </a:lnTo>
                <a:lnTo>
                  <a:pt x="1694452" y="519996"/>
                </a:lnTo>
                <a:close/>
                <a:moveTo>
                  <a:pt x="1699853" y="0"/>
                </a:moveTo>
                <a:lnTo>
                  <a:pt x="1949439" y="0"/>
                </a:lnTo>
                <a:lnTo>
                  <a:pt x="1416401" y="519996"/>
                </a:lnTo>
                <a:lnTo>
                  <a:pt x="1166815" y="519996"/>
                </a:lnTo>
                <a:close/>
                <a:moveTo>
                  <a:pt x="1172220" y="0"/>
                </a:moveTo>
                <a:lnTo>
                  <a:pt x="1421802" y="0"/>
                </a:lnTo>
                <a:lnTo>
                  <a:pt x="888764" y="519996"/>
                </a:lnTo>
                <a:lnTo>
                  <a:pt x="639182" y="519996"/>
                </a:lnTo>
                <a:close/>
                <a:moveTo>
                  <a:pt x="644583" y="0"/>
                </a:moveTo>
                <a:lnTo>
                  <a:pt x="894169" y="0"/>
                </a:lnTo>
                <a:lnTo>
                  <a:pt x="361130" y="519996"/>
                </a:lnTo>
                <a:lnTo>
                  <a:pt x="111545" y="519996"/>
                </a:lnTo>
                <a:close/>
                <a:moveTo>
                  <a:pt x="0" y="0"/>
                </a:moveTo>
                <a:lnTo>
                  <a:pt x="366532" y="0"/>
                </a:lnTo>
                <a:lnTo>
                  <a:pt x="0" y="35756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IMAGE_PLACEHOLDER">
            <a:extLst>
              <a:ext uri="{FF2B5EF4-FFF2-40B4-BE49-F238E27FC236}">
                <a16:creationId xmlns:a16="http://schemas.microsoft.com/office/drawing/2014/main" id="{D04AEC27-FCC8-450E-B436-A14B47D1E4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3783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9EA2EA4-F967-4431-8A68-DE64F4CBBB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FD6626-538B-00AC-77F8-8CA6DC72BA2B}"/>
              </a:ext>
            </a:extLst>
          </p:cNvPr>
          <p:cNvSpPr/>
          <p:nvPr/>
        </p:nvSpPr>
        <p:spPr>
          <a:xfrm>
            <a:off x="0" y="0"/>
            <a:ext cx="540998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13CFD0-413A-8C08-154D-470CD23D0209}"/>
              </a:ext>
            </a:extLst>
          </p:cNvPr>
          <p:cNvGrpSpPr/>
          <p:nvPr/>
        </p:nvGrpSpPr>
        <p:grpSpPr>
          <a:xfrm>
            <a:off x="975450" y="424566"/>
            <a:ext cx="10144874" cy="253916"/>
            <a:chOff x="975450" y="424566"/>
            <a:chExt cx="10144874" cy="253916"/>
          </a:xfrm>
        </p:grpSpPr>
        <p:sp>
          <p:nvSpPr>
            <p:cNvPr id="3" name="Freeform 88">
              <a:extLst>
                <a:ext uri="{FF2B5EF4-FFF2-40B4-BE49-F238E27FC236}">
                  <a16:creationId xmlns:a16="http://schemas.microsoft.com/office/drawing/2014/main" id="{50139C22-4D26-110E-6B61-11832B2E8B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5558" y="461129"/>
              <a:ext cx="264766" cy="180790"/>
            </a:xfrm>
            <a:custGeom>
              <a:avLst/>
              <a:gdLst>
                <a:gd name="T0" fmla="*/ 2147483646 w 256"/>
                <a:gd name="T1" fmla="*/ 2147483646 h 216"/>
                <a:gd name="T2" fmla="*/ 2147483646 w 256"/>
                <a:gd name="T3" fmla="*/ 2147483646 h 216"/>
                <a:gd name="T4" fmla="*/ 0 w 256"/>
                <a:gd name="T5" fmla="*/ 2147483646 h 216"/>
                <a:gd name="T6" fmla="*/ 2147483646 w 256"/>
                <a:gd name="T7" fmla="*/ 2147483646 h 216"/>
                <a:gd name="T8" fmla="*/ 2147483646 w 256"/>
                <a:gd name="T9" fmla="*/ 2147483646 h 216"/>
                <a:gd name="T10" fmla="*/ 2147483646 w 256"/>
                <a:gd name="T11" fmla="*/ 2147483646 h 216"/>
                <a:gd name="T12" fmla="*/ 2147483646 w 256"/>
                <a:gd name="T13" fmla="*/ 2147483646 h 216"/>
                <a:gd name="T14" fmla="*/ 2147483646 w 256"/>
                <a:gd name="T15" fmla="*/ 2147483646 h 216"/>
                <a:gd name="T16" fmla="*/ 2147483646 w 256"/>
                <a:gd name="T17" fmla="*/ 2147483646 h 216"/>
                <a:gd name="T18" fmla="*/ 0 w 256"/>
                <a:gd name="T19" fmla="*/ 2147483646 h 216"/>
                <a:gd name="T20" fmla="*/ 2147483646 w 256"/>
                <a:gd name="T21" fmla="*/ 2147483646 h 216"/>
                <a:gd name="T22" fmla="*/ 2147483646 w 256"/>
                <a:gd name="T23" fmla="*/ 2147483646 h 216"/>
                <a:gd name="T24" fmla="*/ 2147483646 w 256"/>
                <a:gd name="T25" fmla="*/ 2147483646 h 216"/>
                <a:gd name="T26" fmla="*/ 2147483646 w 256"/>
                <a:gd name="T27" fmla="*/ 2147483646 h 216"/>
                <a:gd name="T28" fmla="*/ 2147483646 w 256"/>
                <a:gd name="T29" fmla="*/ 2147483646 h 216"/>
                <a:gd name="T30" fmla="*/ 2147483646 w 256"/>
                <a:gd name="T31" fmla="*/ 2147483646 h 216"/>
                <a:gd name="T32" fmla="*/ 0 w 256"/>
                <a:gd name="T33" fmla="*/ 2147483646 h 216"/>
                <a:gd name="T34" fmla="*/ 2147483646 w 256"/>
                <a:gd name="T35" fmla="*/ 0 h 216"/>
                <a:gd name="T36" fmla="*/ 2147483646 w 256"/>
                <a:gd name="T37" fmla="*/ 0 h 216"/>
                <a:gd name="T38" fmla="*/ 2147483646 w 256"/>
                <a:gd name="T39" fmla="*/ 2147483646 h 216"/>
                <a:gd name="T40" fmla="*/ 2147483646 w 256"/>
                <a:gd name="T41" fmla="*/ 2147483646 h 216"/>
                <a:gd name="T42" fmla="*/ 2147483646 w 256"/>
                <a:gd name="T43" fmla="*/ 2147483646 h 216"/>
                <a:gd name="T44" fmla="*/ 2147483646 w 256"/>
                <a:gd name="T45" fmla="*/ 2147483646 h 216"/>
                <a:gd name="T46" fmla="*/ 2147483646 w 256"/>
                <a:gd name="T47" fmla="*/ 2147483646 h 216"/>
                <a:gd name="T48" fmla="*/ 2147483646 w 256"/>
                <a:gd name="T49" fmla="*/ 2147483646 h 216"/>
                <a:gd name="T50" fmla="*/ 2147483646 w 256"/>
                <a:gd name="T51" fmla="*/ 2147483646 h 216"/>
                <a:gd name="T52" fmla="*/ 0 w 256"/>
                <a:gd name="T53" fmla="*/ 2147483646 h 216"/>
                <a:gd name="T54" fmla="*/ 2147483646 w 256"/>
                <a:gd name="T55" fmla="*/ 2147483646 h 2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6" h="216">
                  <a:moveTo>
                    <a:pt x="244" y="152"/>
                  </a:moveTo>
                  <a:cubicBezTo>
                    <a:pt x="12" y="152"/>
                    <a:pt x="12" y="152"/>
                    <a:pt x="12" y="152"/>
                  </a:cubicBezTo>
                  <a:cubicBezTo>
                    <a:pt x="5" y="152"/>
                    <a:pt x="0" y="147"/>
                    <a:pt x="0" y="140"/>
                  </a:cubicBezTo>
                  <a:cubicBezTo>
                    <a:pt x="0" y="133"/>
                    <a:pt x="5" y="128"/>
                    <a:pt x="12" y="128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51" y="128"/>
                    <a:pt x="256" y="133"/>
                    <a:pt x="256" y="140"/>
                  </a:cubicBezTo>
                  <a:cubicBezTo>
                    <a:pt x="256" y="147"/>
                    <a:pt x="251" y="152"/>
                    <a:pt x="244" y="152"/>
                  </a:cubicBezTo>
                  <a:moveTo>
                    <a:pt x="244" y="88"/>
                  </a:moveTo>
                  <a:cubicBezTo>
                    <a:pt x="12" y="88"/>
                    <a:pt x="12" y="88"/>
                    <a:pt x="12" y="88"/>
                  </a:cubicBezTo>
                  <a:cubicBezTo>
                    <a:pt x="5" y="88"/>
                    <a:pt x="0" y="83"/>
                    <a:pt x="0" y="76"/>
                  </a:cubicBezTo>
                  <a:cubicBezTo>
                    <a:pt x="0" y="69"/>
                    <a:pt x="5" y="64"/>
                    <a:pt x="12" y="64"/>
                  </a:cubicBezTo>
                  <a:cubicBezTo>
                    <a:pt x="244" y="64"/>
                    <a:pt x="244" y="64"/>
                    <a:pt x="244" y="64"/>
                  </a:cubicBezTo>
                  <a:cubicBezTo>
                    <a:pt x="251" y="64"/>
                    <a:pt x="256" y="69"/>
                    <a:pt x="256" y="76"/>
                  </a:cubicBezTo>
                  <a:cubicBezTo>
                    <a:pt x="256" y="83"/>
                    <a:pt x="251" y="88"/>
                    <a:pt x="244" y="88"/>
                  </a:cubicBezTo>
                  <a:moveTo>
                    <a:pt x="244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51" y="0"/>
                    <a:pt x="256" y="5"/>
                    <a:pt x="256" y="12"/>
                  </a:cubicBezTo>
                  <a:cubicBezTo>
                    <a:pt x="256" y="19"/>
                    <a:pt x="251" y="24"/>
                    <a:pt x="244" y="24"/>
                  </a:cubicBezTo>
                  <a:moveTo>
                    <a:pt x="12" y="192"/>
                  </a:moveTo>
                  <a:cubicBezTo>
                    <a:pt x="244" y="192"/>
                    <a:pt x="244" y="192"/>
                    <a:pt x="244" y="192"/>
                  </a:cubicBezTo>
                  <a:cubicBezTo>
                    <a:pt x="251" y="192"/>
                    <a:pt x="256" y="197"/>
                    <a:pt x="256" y="204"/>
                  </a:cubicBezTo>
                  <a:cubicBezTo>
                    <a:pt x="256" y="211"/>
                    <a:pt x="251" y="216"/>
                    <a:pt x="244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5" y="216"/>
                    <a:pt x="0" y="211"/>
                    <a:pt x="0" y="204"/>
                  </a:cubicBezTo>
                  <a:cubicBezTo>
                    <a:pt x="0" y="197"/>
                    <a:pt x="5" y="192"/>
                    <a:pt x="12" y="1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CF1C02-4E50-2694-F8AA-7ED7A146E46E}"/>
                </a:ext>
              </a:extLst>
            </p:cNvPr>
            <p:cNvSpPr txBox="1"/>
            <p:nvPr/>
          </p:nvSpPr>
          <p:spPr>
            <a:xfrm>
              <a:off x="975450" y="424566"/>
              <a:ext cx="75533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Work Sans" pitchFamily="2" charset="0"/>
                </a:rPr>
                <a:t>FITNESS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A6C4307-5D82-CD23-EF72-086EE1A3C995}"/>
                </a:ext>
              </a:extLst>
            </p:cNvPr>
            <p:cNvSpPr txBox="1"/>
            <p:nvPr/>
          </p:nvSpPr>
          <p:spPr>
            <a:xfrm>
              <a:off x="4593465" y="424566"/>
              <a:ext cx="5517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Work Sans" pitchFamily="2" charset="0"/>
                </a:rPr>
                <a:t>Menu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567FEC-D3D1-A32E-89E6-8944AA107869}"/>
                </a:ext>
              </a:extLst>
            </p:cNvPr>
            <p:cNvSpPr txBox="1"/>
            <p:nvPr/>
          </p:nvSpPr>
          <p:spPr>
            <a:xfrm>
              <a:off x="5291965" y="424566"/>
              <a:ext cx="6431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Gallery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BF2667-E9D8-ADE7-639B-60505FC4D96B}"/>
                </a:ext>
              </a:extLst>
            </p:cNvPr>
            <p:cNvSpPr txBox="1"/>
            <p:nvPr/>
          </p:nvSpPr>
          <p:spPr>
            <a:xfrm>
              <a:off x="6089851" y="424566"/>
              <a:ext cx="6607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BBF252-E685-9C84-C8F1-7663E33B839D}"/>
                </a:ext>
              </a:extLst>
            </p:cNvPr>
            <p:cNvSpPr txBox="1"/>
            <p:nvPr/>
          </p:nvSpPr>
          <p:spPr>
            <a:xfrm>
              <a:off x="6905370" y="424566"/>
              <a:ext cx="7056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Contact</a:t>
              </a:r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6B16FC71-5469-853F-7BE2-662C1F1276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61625" y="460895"/>
              <a:ext cx="180907" cy="180907"/>
            </a:xfrm>
            <a:custGeom>
              <a:avLst/>
              <a:gdLst>
                <a:gd name="T0" fmla="*/ 2147483646 w 115"/>
                <a:gd name="T1" fmla="*/ 2147483646 h 115"/>
                <a:gd name="T2" fmla="*/ 2147483646 w 115"/>
                <a:gd name="T3" fmla="*/ 2147483646 h 115"/>
                <a:gd name="T4" fmla="*/ 2147483646 w 115"/>
                <a:gd name="T5" fmla="*/ 2147483646 h 115"/>
                <a:gd name="T6" fmla="*/ 2147483646 w 115"/>
                <a:gd name="T7" fmla="*/ 0 h 115"/>
                <a:gd name="T8" fmla="*/ 0 w 115"/>
                <a:gd name="T9" fmla="*/ 2147483646 h 115"/>
                <a:gd name="T10" fmla="*/ 2147483646 w 115"/>
                <a:gd name="T11" fmla="*/ 2147483646 h 115"/>
                <a:gd name="T12" fmla="*/ 2147483646 w 115"/>
                <a:gd name="T13" fmla="*/ 2147483646 h 115"/>
                <a:gd name="T14" fmla="*/ 2147483646 w 115"/>
                <a:gd name="T15" fmla="*/ 2147483646 h 115"/>
                <a:gd name="T16" fmla="*/ 2147483646 w 115"/>
                <a:gd name="T17" fmla="*/ 2147483646 h 115"/>
                <a:gd name="T18" fmla="*/ 2147483646 w 115"/>
                <a:gd name="T19" fmla="*/ 2147483646 h 115"/>
                <a:gd name="T20" fmla="*/ 2147483646 w 115"/>
                <a:gd name="T21" fmla="*/ 2147483646 h 115"/>
                <a:gd name="T22" fmla="*/ 2147483646 w 115"/>
                <a:gd name="T23" fmla="*/ 2147483646 h 115"/>
                <a:gd name="T24" fmla="*/ 2147483646 w 115"/>
                <a:gd name="T25" fmla="*/ 2147483646 h 115"/>
                <a:gd name="T26" fmla="*/ 2147483646 w 115"/>
                <a:gd name="T27" fmla="*/ 2147483646 h 115"/>
                <a:gd name="T28" fmla="*/ 2147483646 w 115"/>
                <a:gd name="T29" fmla="*/ 2147483646 h 115"/>
                <a:gd name="T30" fmla="*/ 2147483646 w 115"/>
                <a:gd name="T31" fmla="*/ 2147483646 h 1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5" h="115">
                  <a:moveTo>
                    <a:pt x="114" y="98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9" y="70"/>
                    <a:pt x="102" y="60"/>
                    <a:pt x="102" y="50"/>
                  </a:cubicBezTo>
                  <a:cubicBezTo>
                    <a:pt x="102" y="22"/>
                    <a:pt x="79" y="0"/>
                    <a:pt x="51" y="0"/>
                  </a:cubicBezTo>
                  <a:cubicBezTo>
                    <a:pt x="23" y="0"/>
                    <a:pt x="0" y="22"/>
                    <a:pt x="0" y="50"/>
                  </a:cubicBezTo>
                  <a:cubicBezTo>
                    <a:pt x="0" y="78"/>
                    <a:pt x="23" y="101"/>
                    <a:pt x="51" y="101"/>
                  </a:cubicBezTo>
                  <a:cubicBezTo>
                    <a:pt x="61" y="101"/>
                    <a:pt x="71" y="98"/>
                    <a:pt x="78" y="93"/>
                  </a:cubicBezTo>
                  <a:cubicBezTo>
                    <a:pt x="98" y="113"/>
                    <a:pt x="98" y="113"/>
                    <a:pt x="98" y="113"/>
                  </a:cubicBezTo>
                  <a:cubicBezTo>
                    <a:pt x="100" y="115"/>
                    <a:pt x="102" y="115"/>
                    <a:pt x="104" y="113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1"/>
                    <a:pt x="115" y="99"/>
                    <a:pt x="114" y="98"/>
                  </a:cubicBezTo>
                  <a:close/>
                  <a:moveTo>
                    <a:pt x="51" y="87"/>
                  </a:moveTo>
                  <a:cubicBezTo>
                    <a:pt x="31" y="87"/>
                    <a:pt x="15" y="70"/>
                    <a:pt x="15" y="50"/>
                  </a:cubicBezTo>
                  <a:cubicBezTo>
                    <a:pt x="15" y="30"/>
                    <a:pt x="31" y="14"/>
                    <a:pt x="51" y="14"/>
                  </a:cubicBezTo>
                  <a:cubicBezTo>
                    <a:pt x="71" y="14"/>
                    <a:pt x="87" y="30"/>
                    <a:pt x="87" y="50"/>
                  </a:cubicBezTo>
                  <a:cubicBezTo>
                    <a:pt x="87" y="70"/>
                    <a:pt x="71" y="87"/>
                    <a:pt x="51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374EFC3-7D21-C3B8-6FB9-7A79839C6D57}"/>
              </a:ext>
            </a:extLst>
          </p:cNvPr>
          <p:cNvSpPr txBox="1"/>
          <p:nvPr/>
        </p:nvSpPr>
        <p:spPr>
          <a:xfrm>
            <a:off x="7445236" y="1216252"/>
            <a:ext cx="4106333" cy="70788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Bebas Neue" panose="020B0606020202050201" pitchFamily="34" charset="0"/>
              </a:rPr>
              <a:t>{{TITLE}}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A9A11-C676-991F-5622-F187D9197FDA}"/>
              </a:ext>
            </a:extLst>
          </p:cNvPr>
          <p:cNvSpPr txBox="1"/>
          <p:nvPr/>
        </p:nvSpPr>
        <p:spPr>
          <a:xfrm>
            <a:off x="1512785" y="1216252"/>
            <a:ext cx="141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AA5DB-0870-B776-4E2D-C8F7323B7AB5}"/>
              </a:ext>
            </a:extLst>
          </p:cNvPr>
          <p:cNvSpPr txBox="1"/>
          <p:nvPr/>
        </p:nvSpPr>
        <p:spPr>
          <a:xfrm>
            <a:off x="1512786" y="1772577"/>
            <a:ext cx="2770979" cy="549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050" dirty="0">
                <a:solidFill>
                  <a:schemeClr val="bg1"/>
                </a:solidFill>
                <a:latin typeface="Work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{{BULLET_1}}</a:t>
            </a:r>
          </a:p>
        </p:txBody>
      </p:sp>
      <p:sp>
        <p:nvSpPr>
          <p:cNvPr id="18" name="Freeform 134">
            <a:extLst>
              <a:ext uri="{FF2B5EF4-FFF2-40B4-BE49-F238E27FC236}">
                <a16:creationId xmlns:a16="http://schemas.microsoft.com/office/drawing/2014/main" id="{6DCFB4B9-8A4F-7D49-FD01-22E74E745924}"/>
              </a:ext>
            </a:extLst>
          </p:cNvPr>
          <p:cNvSpPr>
            <a:spLocks noEditPoints="1"/>
          </p:cNvSpPr>
          <p:nvPr/>
        </p:nvSpPr>
        <p:spPr bwMode="auto">
          <a:xfrm>
            <a:off x="987834" y="1265553"/>
            <a:ext cx="391039" cy="369332"/>
          </a:xfrm>
          <a:custGeom>
            <a:avLst/>
            <a:gdLst>
              <a:gd name="T0" fmla="*/ 64 w 64"/>
              <a:gd name="T1" fmla="*/ 32 h 64"/>
              <a:gd name="T2" fmla="*/ 5 w 64"/>
              <a:gd name="T3" fmla="*/ 15 h 64"/>
              <a:gd name="T4" fmla="*/ 0 w 64"/>
              <a:gd name="T5" fmla="*/ 32 h 64"/>
              <a:gd name="T6" fmla="*/ 0 w 64"/>
              <a:gd name="T7" fmla="*/ 32 h 64"/>
              <a:gd name="T8" fmla="*/ 5 w 64"/>
              <a:gd name="T9" fmla="*/ 49 h 64"/>
              <a:gd name="T10" fmla="*/ 32 w 64"/>
              <a:gd name="T11" fmla="*/ 64 h 64"/>
              <a:gd name="T12" fmla="*/ 64 w 64"/>
              <a:gd name="T13" fmla="*/ 32 h 64"/>
              <a:gd name="T14" fmla="*/ 48 w 64"/>
              <a:gd name="T15" fmla="*/ 46 h 64"/>
              <a:gd name="T16" fmla="*/ 60 w 64"/>
              <a:gd name="T17" fmla="*/ 33 h 64"/>
              <a:gd name="T18" fmla="*/ 3 w 64"/>
              <a:gd name="T19" fmla="*/ 33 h 64"/>
              <a:gd name="T20" fmla="*/ 16 w 64"/>
              <a:gd name="T21" fmla="*/ 46 h 64"/>
              <a:gd name="T22" fmla="*/ 3 w 64"/>
              <a:gd name="T23" fmla="*/ 33 h 64"/>
              <a:gd name="T24" fmla="*/ 16 w 64"/>
              <a:gd name="T25" fmla="*/ 17 h 64"/>
              <a:gd name="T26" fmla="*/ 3 w 64"/>
              <a:gd name="T27" fmla="*/ 30 h 64"/>
              <a:gd name="T28" fmla="*/ 34 w 64"/>
              <a:gd name="T29" fmla="*/ 14 h 64"/>
              <a:gd name="T30" fmla="*/ 34 w 64"/>
              <a:gd name="T31" fmla="*/ 4 h 64"/>
              <a:gd name="T32" fmla="*/ 43 w 64"/>
              <a:gd name="T33" fmla="*/ 14 h 64"/>
              <a:gd name="T34" fmla="*/ 44 w 64"/>
              <a:gd name="T35" fmla="*/ 17 h 64"/>
              <a:gd name="T36" fmla="*/ 34 w 64"/>
              <a:gd name="T37" fmla="*/ 30 h 64"/>
              <a:gd name="T38" fmla="*/ 44 w 64"/>
              <a:gd name="T39" fmla="*/ 17 h 64"/>
              <a:gd name="T40" fmla="*/ 29 w 64"/>
              <a:gd name="T41" fmla="*/ 4 h 64"/>
              <a:gd name="T42" fmla="*/ 30 w 64"/>
              <a:gd name="T43" fmla="*/ 3 h 64"/>
              <a:gd name="T44" fmla="*/ 21 w 64"/>
              <a:gd name="T45" fmla="*/ 14 h 64"/>
              <a:gd name="T46" fmla="*/ 30 w 64"/>
              <a:gd name="T47" fmla="*/ 17 h 64"/>
              <a:gd name="T48" fmla="*/ 17 w 64"/>
              <a:gd name="T49" fmla="*/ 30 h 64"/>
              <a:gd name="T50" fmla="*/ 30 w 64"/>
              <a:gd name="T51" fmla="*/ 17 h 64"/>
              <a:gd name="T52" fmla="*/ 30 w 64"/>
              <a:gd name="T53" fmla="*/ 33 h 64"/>
              <a:gd name="T54" fmla="*/ 20 w 64"/>
              <a:gd name="T55" fmla="*/ 46 h 64"/>
              <a:gd name="T56" fmla="*/ 30 w 64"/>
              <a:gd name="T57" fmla="*/ 50 h 64"/>
              <a:gd name="T58" fmla="*/ 28 w 64"/>
              <a:gd name="T59" fmla="*/ 60 h 64"/>
              <a:gd name="T60" fmla="*/ 30 w 64"/>
              <a:gd name="T61" fmla="*/ 50 h 64"/>
              <a:gd name="T62" fmla="*/ 34 w 64"/>
              <a:gd name="T63" fmla="*/ 60 h 64"/>
              <a:gd name="T64" fmla="*/ 34 w 64"/>
              <a:gd name="T65" fmla="*/ 50 h 64"/>
              <a:gd name="T66" fmla="*/ 36 w 64"/>
              <a:gd name="T67" fmla="*/ 60 h 64"/>
              <a:gd name="T68" fmla="*/ 34 w 64"/>
              <a:gd name="T69" fmla="*/ 33 h 64"/>
              <a:gd name="T70" fmla="*/ 44 w 64"/>
              <a:gd name="T71" fmla="*/ 46 h 64"/>
              <a:gd name="T72" fmla="*/ 50 w 64"/>
              <a:gd name="T73" fmla="*/ 30 h 64"/>
              <a:gd name="T74" fmla="*/ 57 w 64"/>
              <a:gd name="T75" fmla="*/ 17 h 64"/>
              <a:gd name="T76" fmla="*/ 50 w 64"/>
              <a:gd name="T77" fmla="*/ 30 h 64"/>
              <a:gd name="T78" fmla="*/ 47 w 64"/>
              <a:gd name="T79" fmla="*/ 14 h 64"/>
              <a:gd name="T80" fmla="*/ 54 w 64"/>
              <a:gd name="T81" fmla="*/ 14 h 64"/>
              <a:gd name="T82" fmla="*/ 17 w 64"/>
              <a:gd name="T83" fmla="*/ 14 h 64"/>
              <a:gd name="T84" fmla="*/ 23 w 64"/>
              <a:gd name="T85" fmla="*/ 5 h 64"/>
              <a:gd name="T86" fmla="*/ 17 w 64"/>
              <a:gd name="T87" fmla="*/ 50 h 64"/>
              <a:gd name="T88" fmla="*/ 10 w 64"/>
              <a:gd name="T89" fmla="*/ 50 h 64"/>
              <a:gd name="T90" fmla="*/ 47 w 64"/>
              <a:gd name="T91" fmla="*/ 50 h 64"/>
              <a:gd name="T92" fmla="*/ 41 w 64"/>
              <a:gd name="T93" fmla="*/ 59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4" h="64">
                <a:moveTo>
                  <a:pt x="64" y="32"/>
                </a:moveTo>
                <a:cubicBezTo>
                  <a:pt x="64" y="32"/>
                  <a:pt x="64" y="32"/>
                  <a:pt x="64" y="32"/>
                </a:cubicBezTo>
                <a:cubicBezTo>
                  <a:pt x="64" y="14"/>
                  <a:pt x="50" y="0"/>
                  <a:pt x="32" y="0"/>
                </a:cubicBezTo>
                <a:cubicBezTo>
                  <a:pt x="21" y="0"/>
                  <a:pt x="11" y="6"/>
                  <a:pt x="5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20"/>
                  <a:pt x="0" y="26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8"/>
                  <a:pt x="2" y="44"/>
                  <a:pt x="5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11" y="58"/>
                  <a:pt x="21" y="64"/>
                  <a:pt x="32" y="64"/>
                </a:cubicBezTo>
                <a:cubicBezTo>
                  <a:pt x="50" y="64"/>
                  <a:pt x="64" y="49"/>
                  <a:pt x="64" y="32"/>
                </a:cubicBezTo>
                <a:cubicBezTo>
                  <a:pt x="64" y="32"/>
                  <a:pt x="64" y="32"/>
                  <a:pt x="64" y="32"/>
                </a:cubicBezTo>
                <a:close/>
                <a:moveTo>
                  <a:pt x="57" y="46"/>
                </a:moveTo>
                <a:cubicBezTo>
                  <a:pt x="48" y="46"/>
                  <a:pt x="48" y="46"/>
                  <a:pt x="48" y="46"/>
                </a:cubicBezTo>
                <a:cubicBezTo>
                  <a:pt x="49" y="42"/>
                  <a:pt x="50" y="38"/>
                  <a:pt x="50" y="33"/>
                </a:cubicBezTo>
                <a:cubicBezTo>
                  <a:pt x="60" y="33"/>
                  <a:pt x="60" y="33"/>
                  <a:pt x="60" y="33"/>
                </a:cubicBezTo>
                <a:cubicBezTo>
                  <a:pt x="60" y="38"/>
                  <a:pt x="59" y="43"/>
                  <a:pt x="57" y="46"/>
                </a:cubicBezTo>
                <a:close/>
                <a:moveTo>
                  <a:pt x="3" y="33"/>
                </a:moveTo>
                <a:cubicBezTo>
                  <a:pt x="14" y="33"/>
                  <a:pt x="14" y="33"/>
                  <a:pt x="14" y="33"/>
                </a:cubicBezTo>
                <a:cubicBezTo>
                  <a:pt x="14" y="38"/>
                  <a:pt x="15" y="42"/>
                  <a:pt x="16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5" y="43"/>
                  <a:pt x="4" y="38"/>
                  <a:pt x="3" y="33"/>
                </a:cubicBezTo>
                <a:close/>
                <a:moveTo>
                  <a:pt x="7" y="17"/>
                </a:moveTo>
                <a:cubicBezTo>
                  <a:pt x="16" y="17"/>
                  <a:pt x="16" y="17"/>
                  <a:pt x="16" y="17"/>
                </a:cubicBezTo>
                <a:cubicBezTo>
                  <a:pt x="15" y="21"/>
                  <a:pt x="14" y="26"/>
                  <a:pt x="14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4" y="26"/>
                  <a:pt x="5" y="21"/>
                  <a:pt x="7" y="17"/>
                </a:cubicBezTo>
                <a:close/>
                <a:moveTo>
                  <a:pt x="34" y="14"/>
                </a:moveTo>
                <a:cubicBezTo>
                  <a:pt x="34" y="3"/>
                  <a:pt x="34" y="3"/>
                  <a:pt x="34" y="3"/>
                </a:cubicBezTo>
                <a:cubicBezTo>
                  <a:pt x="34" y="3"/>
                  <a:pt x="34" y="3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8" y="6"/>
                  <a:pt x="41" y="9"/>
                  <a:pt x="43" y="14"/>
                </a:cubicBezTo>
                <a:lnTo>
                  <a:pt x="34" y="14"/>
                </a:lnTo>
                <a:close/>
                <a:moveTo>
                  <a:pt x="44" y="17"/>
                </a:moveTo>
                <a:cubicBezTo>
                  <a:pt x="46" y="21"/>
                  <a:pt x="46" y="26"/>
                  <a:pt x="46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17"/>
                  <a:pt x="34" y="17"/>
                  <a:pt x="34" y="17"/>
                </a:cubicBezTo>
                <a:lnTo>
                  <a:pt x="44" y="17"/>
                </a:lnTo>
                <a:close/>
                <a:moveTo>
                  <a:pt x="29" y="4"/>
                </a:moveTo>
                <a:cubicBezTo>
                  <a:pt x="29" y="4"/>
                  <a:pt x="29" y="4"/>
                  <a:pt x="29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30" y="4"/>
                  <a:pt x="30" y="4"/>
                  <a:pt x="30" y="3"/>
                </a:cubicBezTo>
                <a:cubicBezTo>
                  <a:pt x="30" y="14"/>
                  <a:pt x="30" y="14"/>
                  <a:pt x="30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3" y="9"/>
                  <a:pt x="26" y="6"/>
                  <a:pt x="29" y="4"/>
                </a:cubicBezTo>
                <a:close/>
                <a:moveTo>
                  <a:pt x="30" y="17"/>
                </a:moveTo>
                <a:cubicBezTo>
                  <a:pt x="30" y="30"/>
                  <a:pt x="30" y="30"/>
                  <a:pt x="30" y="30"/>
                </a:cubicBezTo>
                <a:cubicBezTo>
                  <a:pt x="17" y="30"/>
                  <a:pt x="17" y="30"/>
                  <a:pt x="17" y="30"/>
                </a:cubicBezTo>
                <a:cubicBezTo>
                  <a:pt x="18" y="26"/>
                  <a:pt x="18" y="21"/>
                  <a:pt x="20" y="17"/>
                </a:cubicBezTo>
                <a:lnTo>
                  <a:pt x="30" y="17"/>
                </a:lnTo>
                <a:close/>
                <a:moveTo>
                  <a:pt x="17" y="33"/>
                </a:moveTo>
                <a:cubicBezTo>
                  <a:pt x="30" y="33"/>
                  <a:pt x="30" y="33"/>
                  <a:pt x="30" y="33"/>
                </a:cubicBezTo>
                <a:cubicBezTo>
                  <a:pt x="30" y="46"/>
                  <a:pt x="30" y="46"/>
                  <a:pt x="30" y="46"/>
                </a:cubicBezTo>
                <a:cubicBezTo>
                  <a:pt x="20" y="46"/>
                  <a:pt x="20" y="46"/>
                  <a:pt x="20" y="46"/>
                </a:cubicBezTo>
                <a:cubicBezTo>
                  <a:pt x="18" y="43"/>
                  <a:pt x="18" y="38"/>
                  <a:pt x="17" y="33"/>
                </a:cubicBezTo>
                <a:close/>
                <a:moveTo>
                  <a:pt x="30" y="50"/>
                </a:moveTo>
                <a:cubicBezTo>
                  <a:pt x="30" y="60"/>
                  <a:pt x="30" y="60"/>
                  <a:pt x="30" y="60"/>
                </a:cubicBezTo>
                <a:cubicBezTo>
                  <a:pt x="30" y="60"/>
                  <a:pt x="29" y="60"/>
                  <a:pt x="28" y="60"/>
                </a:cubicBezTo>
                <a:cubicBezTo>
                  <a:pt x="25" y="58"/>
                  <a:pt x="23" y="54"/>
                  <a:pt x="21" y="50"/>
                </a:cubicBezTo>
                <a:lnTo>
                  <a:pt x="30" y="50"/>
                </a:lnTo>
                <a:close/>
                <a:moveTo>
                  <a:pt x="36" y="60"/>
                </a:moveTo>
                <a:cubicBezTo>
                  <a:pt x="35" y="60"/>
                  <a:pt x="34" y="60"/>
                  <a:pt x="34" y="60"/>
                </a:cubicBezTo>
                <a:cubicBezTo>
                  <a:pt x="34" y="60"/>
                  <a:pt x="34" y="60"/>
                  <a:pt x="34" y="60"/>
                </a:cubicBezTo>
                <a:cubicBezTo>
                  <a:pt x="34" y="50"/>
                  <a:pt x="34" y="50"/>
                  <a:pt x="34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4"/>
                  <a:pt x="39" y="58"/>
                  <a:pt x="36" y="60"/>
                </a:cubicBezTo>
                <a:close/>
                <a:moveTo>
                  <a:pt x="34" y="46"/>
                </a:moveTo>
                <a:cubicBezTo>
                  <a:pt x="34" y="33"/>
                  <a:pt x="34" y="33"/>
                  <a:pt x="34" y="33"/>
                </a:cubicBezTo>
                <a:cubicBezTo>
                  <a:pt x="46" y="33"/>
                  <a:pt x="46" y="33"/>
                  <a:pt x="46" y="33"/>
                </a:cubicBezTo>
                <a:cubicBezTo>
                  <a:pt x="46" y="38"/>
                  <a:pt x="46" y="43"/>
                  <a:pt x="44" y="46"/>
                </a:cubicBezTo>
                <a:lnTo>
                  <a:pt x="34" y="46"/>
                </a:lnTo>
                <a:close/>
                <a:moveTo>
                  <a:pt x="50" y="30"/>
                </a:moveTo>
                <a:cubicBezTo>
                  <a:pt x="50" y="26"/>
                  <a:pt x="49" y="21"/>
                  <a:pt x="48" y="17"/>
                </a:cubicBezTo>
                <a:cubicBezTo>
                  <a:pt x="57" y="17"/>
                  <a:pt x="57" y="17"/>
                  <a:pt x="57" y="17"/>
                </a:cubicBezTo>
                <a:cubicBezTo>
                  <a:pt x="59" y="21"/>
                  <a:pt x="60" y="26"/>
                  <a:pt x="60" y="30"/>
                </a:cubicBezTo>
                <a:lnTo>
                  <a:pt x="50" y="30"/>
                </a:lnTo>
                <a:close/>
                <a:moveTo>
                  <a:pt x="54" y="14"/>
                </a:moveTo>
                <a:cubicBezTo>
                  <a:pt x="47" y="14"/>
                  <a:pt x="47" y="14"/>
                  <a:pt x="47" y="14"/>
                </a:cubicBezTo>
                <a:cubicBezTo>
                  <a:pt x="45" y="10"/>
                  <a:pt x="43" y="7"/>
                  <a:pt x="41" y="5"/>
                </a:cubicBezTo>
                <a:cubicBezTo>
                  <a:pt x="46" y="6"/>
                  <a:pt x="51" y="10"/>
                  <a:pt x="54" y="14"/>
                </a:cubicBezTo>
                <a:close/>
                <a:moveTo>
                  <a:pt x="23" y="5"/>
                </a:moveTo>
                <a:cubicBezTo>
                  <a:pt x="21" y="7"/>
                  <a:pt x="19" y="10"/>
                  <a:pt x="17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3" y="10"/>
                  <a:pt x="18" y="6"/>
                  <a:pt x="23" y="5"/>
                </a:cubicBezTo>
                <a:close/>
                <a:moveTo>
                  <a:pt x="10" y="50"/>
                </a:moveTo>
                <a:cubicBezTo>
                  <a:pt x="17" y="50"/>
                  <a:pt x="17" y="50"/>
                  <a:pt x="17" y="50"/>
                </a:cubicBezTo>
                <a:cubicBezTo>
                  <a:pt x="19" y="53"/>
                  <a:pt x="21" y="56"/>
                  <a:pt x="23" y="59"/>
                </a:cubicBezTo>
                <a:cubicBezTo>
                  <a:pt x="18" y="57"/>
                  <a:pt x="13" y="54"/>
                  <a:pt x="10" y="50"/>
                </a:cubicBezTo>
                <a:close/>
                <a:moveTo>
                  <a:pt x="41" y="59"/>
                </a:moveTo>
                <a:cubicBezTo>
                  <a:pt x="43" y="56"/>
                  <a:pt x="45" y="53"/>
                  <a:pt x="47" y="50"/>
                </a:cubicBezTo>
                <a:cubicBezTo>
                  <a:pt x="54" y="50"/>
                  <a:pt x="54" y="50"/>
                  <a:pt x="54" y="50"/>
                </a:cubicBezTo>
                <a:cubicBezTo>
                  <a:pt x="51" y="54"/>
                  <a:pt x="46" y="57"/>
                  <a:pt x="41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AC2720-7C7B-D8CE-56B5-C844F626D40F}"/>
              </a:ext>
            </a:extLst>
          </p:cNvPr>
          <p:cNvSpPr txBox="1"/>
          <p:nvPr/>
        </p:nvSpPr>
        <p:spPr>
          <a:xfrm>
            <a:off x="1512785" y="2884823"/>
            <a:ext cx="1443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7A9EC0-EDD8-AE2F-DF06-B84F2172569C}"/>
              </a:ext>
            </a:extLst>
          </p:cNvPr>
          <p:cNvSpPr txBox="1"/>
          <p:nvPr/>
        </p:nvSpPr>
        <p:spPr>
          <a:xfrm>
            <a:off x="1512786" y="3441148"/>
            <a:ext cx="2770979" cy="549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050" dirty="0">
                <a:solidFill>
                  <a:schemeClr val="bg1"/>
                </a:solidFill>
                <a:latin typeface="Work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{{BULLET_2}}</a:t>
            </a:r>
          </a:p>
        </p:txBody>
      </p:sp>
      <p:grpSp>
        <p:nvGrpSpPr>
          <p:cNvPr id="19" name="กลุ่ม 120">
            <a:extLst>
              <a:ext uri="{FF2B5EF4-FFF2-40B4-BE49-F238E27FC236}">
                <a16:creationId xmlns:a16="http://schemas.microsoft.com/office/drawing/2014/main" id="{DE3F013C-28C6-647B-973B-51FD058111C7}"/>
              </a:ext>
            </a:extLst>
          </p:cNvPr>
          <p:cNvGrpSpPr/>
          <p:nvPr/>
        </p:nvGrpSpPr>
        <p:grpSpPr>
          <a:xfrm>
            <a:off x="970054" y="2906436"/>
            <a:ext cx="418393" cy="369333"/>
            <a:chOff x="17753013" y="5292725"/>
            <a:chExt cx="647700" cy="552450"/>
          </a:xfrm>
          <a:solidFill>
            <a:schemeClr val="bg1"/>
          </a:solidFill>
        </p:grpSpPr>
        <p:sp>
          <p:nvSpPr>
            <p:cNvPr id="20" name="Freeform 95">
              <a:extLst>
                <a:ext uri="{FF2B5EF4-FFF2-40B4-BE49-F238E27FC236}">
                  <a16:creationId xmlns:a16="http://schemas.microsoft.com/office/drawing/2014/main" id="{85EC7E46-1FBC-7954-A27F-F1E14FE955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53013" y="5368925"/>
              <a:ext cx="457200" cy="476250"/>
            </a:xfrm>
            <a:custGeom>
              <a:avLst/>
              <a:gdLst>
                <a:gd name="T0" fmla="*/ 30 w 48"/>
                <a:gd name="T1" fmla="*/ 24 h 50"/>
                <a:gd name="T2" fmla="*/ 27 w 48"/>
                <a:gd name="T3" fmla="*/ 2 h 50"/>
                <a:gd name="T4" fmla="*/ 25 w 48"/>
                <a:gd name="T5" fmla="*/ 0 h 50"/>
                <a:gd name="T6" fmla="*/ 9 w 48"/>
                <a:gd name="T7" fmla="*/ 10 h 50"/>
                <a:gd name="T8" fmla="*/ 13 w 48"/>
                <a:gd name="T9" fmla="*/ 44 h 50"/>
                <a:gd name="T10" fmla="*/ 32 w 48"/>
                <a:gd name="T11" fmla="*/ 49 h 50"/>
                <a:gd name="T12" fmla="*/ 48 w 48"/>
                <a:gd name="T13" fmla="*/ 39 h 50"/>
                <a:gd name="T14" fmla="*/ 48 w 48"/>
                <a:gd name="T15" fmla="*/ 37 h 50"/>
                <a:gd name="T16" fmla="*/ 30 w 48"/>
                <a:gd name="T17" fmla="*/ 24 h 50"/>
                <a:gd name="T18" fmla="*/ 31 w 48"/>
                <a:gd name="T19" fmla="*/ 46 h 50"/>
                <a:gd name="T20" fmla="*/ 15 w 48"/>
                <a:gd name="T21" fmla="*/ 42 h 50"/>
                <a:gd name="T22" fmla="*/ 11 w 48"/>
                <a:gd name="T23" fmla="*/ 12 h 50"/>
                <a:gd name="T24" fmla="*/ 24 w 48"/>
                <a:gd name="T25" fmla="*/ 4 h 50"/>
                <a:gd name="T26" fmla="*/ 27 w 48"/>
                <a:gd name="T27" fmla="*/ 25 h 50"/>
                <a:gd name="T28" fmla="*/ 27 w 48"/>
                <a:gd name="T29" fmla="*/ 26 h 50"/>
                <a:gd name="T30" fmla="*/ 44 w 48"/>
                <a:gd name="T31" fmla="*/ 39 h 50"/>
                <a:gd name="T32" fmla="*/ 31 w 48"/>
                <a:gd name="T33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50">
                  <a:moveTo>
                    <a:pt x="30" y="24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6" y="1"/>
                    <a:pt x="26" y="0"/>
                    <a:pt x="25" y="0"/>
                  </a:cubicBezTo>
                  <a:cubicBezTo>
                    <a:pt x="18" y="1"/>
                    <a:pt x="13" y="5"/>
                    <a:pt x="9" y="10"/>
                  </a:cubicBezTo>
                  <a:cubicBezTo>
                    <a:pt x="0" y="21"/>
                    <a:pt x="3" y="36"/>
                    <a:pt x="13" y="44"/>
                  </a:cubicBezTo>
                  <a:cubicBezTo>
                    <a:pt x="19" y="48"/>
                    <a:pt x="25" y="50"/>
                    <a:pt x="32" y="49"/>
                  </a:cubicBezTo>
                  <a:cubicBezTo>
                    <a:pt x="38" y="48"/>
                    <a:pt x="44" y="45"/>
                    <a:pt x="48" y="39"/>
                  </a:cubicBezTo>
                  <a:cubicBezTo>
                    <a:pt x="48" y="39"/>
                    <a:pt x="48" y="38"/>
                    <a:pt x="48" y="37"/>
                  </a:cubicBezTo>
                  <a:lnTo>
                    <a:pt x="30" y="24"/>
                  </a:lnTo>
                  <a:close/>
                  <a:moveTo>
                    <a:pt x="31" y="46"/>
                  </a:moveTo>
                  <a:cubicBezTo>
                    <a:pt x="26" y="47"/>
                    <a:pt x="20" y="45"/>
                    <a:pt x="15" y="42"/>
                  </a:cubicBezTo>
                  <a:cubicBezTo>
                    <a:pt x="6" y="35"/>
                    <a:pt x="4" y="21"/>
                    <a:pt x="11" y="12"/>
                  </a:cubicBezTo>
                  <a:cubicBezTo>
                    <a:pt x="14" y="8"/>
                    <a:pt x="19" y="5"/>
                    <a:pt x="24" y="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6"/>
                    <a:pt x="27" y="26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1" y="43"/>
                    <a:pt x="36" y="45"/>
                    <a:pt x="31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>
                <a:solidFill>
                  <a:schemeClr val="bg1"/>
                </a:solidFill>
              </a:endParaRPr>
            </a:p>
          </p:txBody>
        </p:sp>
        <p:sp>
          <p:nvSpPr>
            <p:cNvPr id="21" name="Freeform 96">
              <a:extLst>
                <a:ext uri="{FF2B5EF4-FFF2-40B4-BE49-F238E27FC236}">
                  <a16:creationId xmlns:a16="http://schemas.microsoft.com/office/drawing/2014/main" id="{482C1CFB-739B-6648-22F7-4026ADD0C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24488" y="5397500"/>
              <a:ext cx="276225" cy="333375"/>
            </a:xfrm>
            <a:custGeom>
              <a:avLst/>
              <a:gdLst>
                <a:gd name="T0" fmla="*/ 16 w 29"/>
                <a:gd name="T1" fmla="*/ 0 h 35"/>
                <a:gd name="T2" fmla="*/ 15 w 29"/>
                <a:gd name="T3" fmla="*/ 0 h 35"/>
                <a:gd name="T4" fmla="*/ 14 w 29"/>
                <a:gd name="T5" fmla="*/ 1 h 35"/>
                <a:gd name="T6" fmla="*/ 0 w 29"/>
                <a:gd name="T7" fmla="*/ 19 h 35"/>
                <a:gd name="T8" fmla="*/ 0 w 29"/>
                <a:gd name="T9" fmla="*/ 21 h 35"/>
                <a:gd name="T10" fmla="*/ 19 w 29"/>
                <a:gd name="T11" fmla="*/ 35 h 35"/>
                <a:gd name="T12" fmla="*/ 20 w 29"/>
                <a:gd name="T13" fmla="*/ 35 h 35"/>
                <a:gd name="T14" fmla="*/ 21 w 29"/>
                <a:gd name="T15" fmla="*/ 35 h 35"/>
                <a:gd name="T16" fmla="*/ 16 w 29"/>
                <a:gd name="T17" fmla="*/ 0 h 35"/>
                <a:gd name="T18" fmla="*/ 19 w 29"/>
                <a:gd name="T19" fmla="*/ 32 h 35"/>
                <a:gd name="T20" fmla="*/ 4 w 29"/>
                <a:gd name="T21" fmla="*/ 20 h 35"/>
                <a:gd name="T22" fmla="*/ 16 w 29"/>
                <a:gd name="T23" fmla="*/ 4 h 35"/>
                <a:gd name="T24" fmla="*/ 19 w 29"/>
                <a:gd name="T25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35">
                  <a:moveTo>
                    <a:pt x="16" y="0"/>
                  </a:move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4" y="0"/>
                    <a:pt x="14" y="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20" y="35"/>
                    <a:pt x="20" y="35"/>
                  </a:cubicBezTo>
                  <a:cubicBezTo>
                    <a:pt x="20" y="35"/>
                    <a:pt x="21" y="35"/>
                    <a:pt x="21" y="35"/>
                  </a:cubicBezTo>
                  <a:cubicBezTo>
                    <a:pt x="29" y="24"/>
                    <a:pt x="27" y="8"/>
                    <a:pt x="16" y="0"/>
                  </a:cubicBezTo>
                  <a:close/>
                  <a:moveTo>
                    <a:pt x="19" y="32"/>
                  </a:moveTo>
                  <a:cubicBezTo>
                    <a:pt x="4" y="20"/>
                    <a:pt x="4" y="20"/>
                    <a:pt x="4" y="2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11"/>
                    <a:pt x="25" y="23"/>
                    <a:pt x="1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>
                <a:solidFill>
                  <a:schemeClr val="bg1"/>
                </a:solidFill>
              </a:endParaRPr>
            </a:p>
          </p:txBody>
        </p:sp>
        <p:sp>
          <p:nvSpPr>
            <p:cNvPr id="22" name="Freeform 97">
              <a:extLst>
                <a:ext uri="{FF2B5EF4-FFF2-40B4-BE49-F238E27FC236}">
                  <a16:creationId xmlns:a16="http://schemas.microsoft.com/office/drawing/2014/main" id="{6D4F9D5F-E88A-6075-21F0-00F6BCE744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29238" y="5292725"/>
              <a:ext cx="190500" cy="257175"/>
            </a:xfrm>
            <a:custGeom>
              <a:avLst/>
              <a:gdLst>
                <a:gd name="T0" fmla="*/ 4 w 20"/>
                <a:gd name="T1" fmla="*/ 27 h 27"/>
                <a:gd name="T2" fmla="*/ 5 w 20"/>
                <a:gd name="T3" fmla="*/ 27 h 27"/>
                <a:gd name="T4" fmla="*/ 6 w 20"/>
                <a:gd name="T5" fmla="*/ 27 h 27"/>
                <a:gd name="T6" fmla="*/ 20 w 20"/>
                <a:gd name="T7" fmla="*/ 8 h 27"/>
                <a:gd name="T8" fmla="*/ 20 w 20"/>
                <a:gd name="T9" fmla="*/ 7 h 27"/>
                <a:gd name="T10" fmla="*/ 19 w 20"/>
                <a:gd name="T11" fmla="*/ 6 h 27"/>
                <a:gd name="T12" fmla="*/ 1 w 20"/>
                <a:gd name="T13" fmla="*/ 1 h 27"/>
                <a:gd name="T14" fmla="*/ 0 w 20"/>
                <a:gd name="T15" fmla="*/ 3 h 27"/>
                <a:gd name="T16" fmla="*/ 3 w 20"/>
                <a:gd name="T17" fmla="*/ 26 h 27"/>
                <a:gd name="T18" fmla="*/ 4 w 20"/>
                <a:gd name="T19" fmla="*/ 27 h 27"/>
                <a:gd name="T20" fmla="*/ 16 w 20"/>
                <a:gd name="T21" fmla="*/ 8 h 27"/>
                <a:gd name="T22" fmla="*/ 5 w 20"/>
                <a:gd name="T23" fmla="*/ 22 h 27"/>
                <a:gd name="T24" fmla="*/ 3 w 20"/>
                <a:gd name="T25" fmla="*/ 4 h 27"/>
                <a:gd name="T26" fmla="*/ 16 w 20"/>
                <a:gd name="T27" fmla="*/ 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7">
                  <a:moveTo>
                    <a:pt x="4" y="27"/>
                  </a:moveTo>
                  <a:cubicBezTo>
                    <a:pt x="4" y="27"/>
                    <a:pt x="4" y="27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7"/>
                    <a:pt x="20" y="7"/>
                  </a:cubicBezTo>
                  <a:cubicBezTo>
                    <a:pt x="20" y="7"/>
                    <a:pt x="20" y="6"/>
                    <a:pt x="19" y="6"/>
                  </a:cubicBezTo>
                  <a:cubicBezTo>
                    <a:pt x="14" y="2"/>
                    <a:pt x="7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7"/>
                    <a:pt x="3" y="27"/>
                    <a:pt x="4" y="27"/>
                  </a:cubicBezTo>
                  <a:close/>
                  <a:moveTo>
                    <a:pt x="16" y="8"/>
                  </a:moveTo>
                  <a:cubicBezTo>
                    <a:pt x="5" y="22"/>
                    <a:pt x="5" y="22"/>
                    <a:pt x="5" y="2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8" y="4"/>
                    <a:pt x="12" y="5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>
                <a:solidFill>
                  <a:schemeClr val="bg1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7BB78EF-4287-5518-3778-F16222404726}"/>
              </a:ext>
            </a:extLst>
          </p:cNvPr>
          <p:cNvSpPr txBox="1"/>
          <p:nvPr/>
        </p:nvSpPr>
        <p:spPr>
          <a:xfrm>
            <a:off x="1512784" y="4553393"/>
            <a:ext cx="14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264C81-5A4F-8EA8-95F8-02725000068E}"/>
              </a:ext>
            </a:extLst>
          </p:cNvPr>
          <p:cNvSpPr txBox="1"/>
          <p:nvPr/>
        </p:nvSpPr>
        <p:spPr>
          <a:xfrm>
            <a:off x="1512786" y="5109718"/>
            <a:ext cx="2770979" cy="549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050" dirty="0">
                <a:solidFill>
                  <a:schemeClr val="bg1"/>
                </a:solidFill>
                <a:latin typeface="Work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{{BULLET_3}}</a:t>
            </a:r>
          </a:p>
        </p:txBody>
      </p:sp>
      <p:sp>
        <p:nvSpPr>
          <p:cNvPr id="23" name="Freeform 101">
            <a:extLst>
              <a:ext uri="{FF2B5EF4-FFF2-40B4-BE49-F238E27FC236}">
                <a16:creationId xmlns:a16="http://schemas.microsoft.com/office/drawing/2014/main" id="{DA189FB7-D53E-0FA9-1861-2C1C7FDD0D8B}"/>
              </a:ext>
            </a:extLst>
          </p:cNvPr>
          <p:cNvSpPr>
            <a:spLocks noEditPoints="1"/>
          </p:cNvSpPr>
          <p:nvPr/>
        </p:nvSpPr>
        <p:spPr bwMode="auto">
          <a:xfrm>
            <a:off x="1025364" y="4615120"/>
            <a:ext cx="333301" cy="369332"/>
          </a:xfrm>
          <a:custGeom>
            <a:avLst/>
            <a:gdLst>
              <a:gd name="T0" fmla="*/ 54 w 56"/>
              <a:gd name="T1" fmla="*/ 46 h 65"/>
              <a:gd name="T2" fmla="*/ 48 w 56"/>
              <a:gd name="T3" fmla="*/ 46 h 65"/>
              <a:gd name="T4" fmla="*/ 48 w 56"/>
              <a:gd name="T5" fmla="*/ 33 h 65"/>
              <a:gd name="T6" fmla="*/ 46 w 56"/>
              <a:gd name="T7" fmla="*/ 31 h 65"/>
              <a:gd name="T8" fmla="*/ 42 w 56"/>
              <a:gd name="T9" fmla="*/ 31 h 65"/>
              <a:gd name="T10" fmla="*/ 38 w 56"/>
              <a:gd name="T11" fmla="*/ 31 h 65"/>
              <a:gd name="T12" fmla="*/ 30 w 56"/>
              <a:gd name="T13" fmla="*/ 31 h 65"/>
              <a:gd name="T14" fmla="*/ 30 w 56"/>
              <a:gd name="T15" fmla="*/ 20 h 65"/>
              <a:gd name="T16" fmla="*/ 36 w 56"/>
              <a:gd name="T17" fmla="*/ 20 h 65"/>
              <a:gd name="T18" fmla="*/ 38 w 56"/>
              <a:gd name="T19" fmla="*/ 18 h 65"/>
              <a:gd name="T20" fmla="*/ 38 w 56"/>
              <a:gd name="T21" fmla="*/ 2 h 65"/>
              <a:gd name="T22" fmla="*/ 36 w 56"/>
              <a:gd name="T23" fmla="*/ 0 h 65"/>
              <a:gd name="T24" fmla="*/ 20 w 56"/>
              <a:gd name="T25" fmla="*/ 0 h 65"/>
              <a:gd name="T26" fmla="*/ 18 w 56"/>
              <a:gd name="T27" fmla="*/ 2 h 65"/>
              <a:gd name="T28" fmla="*/ 18 w 56"/>
              <a:gd name="T29" fmla="*/ 18 h 65"/>
              <a:gd name="T30" fmla="*/ 20 w 56"/>
              <a:gd name="T31" fmla="*/ 20 h 65"/>
              <a:gd name="T32" fmla="*/ 26 w 56"/>
              <a:gd name="T33" fmla="*/ 20 h 65"/>
              <a:gd name="T34" fmla="*/ 26 w 56"/>
              <a:gd name="T35" fmla="*/ 31 h 65"/>
              <a:gd name="T36" fmla="*/ 10 w 56"/>
              <a:gd name="T37" fmla="*/ 31 h 65"/>
              <a:gd name="T38" fmla="*/ 8 w 56"/>
              <a:gd name="T39" fmla="*/ 33 h 65"/>
              <a:gd name="T40" fmla="*/ 8 w 56"/>
              <a:gd name="T41" fmla="*/ 46 h 65"/>
              <a:gd name="T42" fmla="*/ 2 w 56"/>
              <a:gd name="T43" fmla="*/ 46 h 65"/>
              <a:gd name="T44" fmla="*/ 0 w 56"/>
              <a:gd name="T45" fmla="*/ 48 h 65"/>
              <a:gd name="T46" fmla="*/ 0 w 56"/>
              <a:gd name="T47" fmla="*/ 63 h 65"/>
              <a:gd name="T48" fmla="*/ 2 w 56"/>
              <a:gd name="T49" fmla="*/ 65 h 65"/>
              <a:gd name="T50" fmla="*/ 17 w 56"/>
              <a:gd name="T51" fmla="*/ 65 h 65"/>
              <a:gd name="T52" fmla="*/ 19 w 56"/>
              <a:gd name="T53" fmla="*/ 63 h 65"/>
              <a:gd name="T54" fmla="*/ 19 w 56"/>
              <a:gd name="T55" fmla="*/ 48 h 65"/>
              <a:gd name="T56" fmla="*/ 17 w 56"/>
              <a:gd name="T57" fmla="*/ 46 h 65"/>
              <a:gd name="T58" fmla="*/ 11 w 56"/>
              <a:gd name="T59" fmla="*/ 46 h 65"/>
              <a:gd name="T60" fmla="*/ 11 w 56"/>
              <a:gd name="T61" fmla="*/ 35 h 65"/>
              <a:gd name="T62" fmla="*/ 38 w 56"/>
              <a:gd name="T63" fmla="*/ 35 h 65"/>
              <a:gd name="T64" fmla="*/ 42 w 56"/>
              <a:gd name="T65" fmla="*/ 35 h 65"/>
              <a:gd name="T66" fmla="*/ 45 w 56"/>
              <a:gd name="T67" fmla="*/ 35 h 65"/>
              <a:gd name="T68" fmla="*/ 45 w 56"/>
              <a:gd name="T69" fmla="*/ 46 h 65"/>
              <a:gd name="T70" fmla="*/ 38 w 56"/>
              <a:gd name="T71" fmla="*/ 46 h 65"/>
              <a:gd name="T72" fmla="*/ 37 w 56"/>
              <a:gd name="T73" fmla="*/ 48 h 65"/>
              <a:gd name="T74" fmla="*/ 37 w 56"/>
              <a:gd name="T75" fmla="*/ 63 h 65"/>
              <a:gd name="T76" fmla="*/ 38 w 56"/>
              <a:gd name="T77" fmla="*/ 65 h 65"/>
              <a:gd name="T78" fmla="*/ 54 w 56"/>
              <a:gd name="T79" fmla="*/ 65 h 65"/>
              <a:gd name="T80" fmla="*/ 56 w 56"/>
              <a:gd name="T81" fmla="*/ 63 h 65"/>
              <a:gd name="T82" fmla="*/ 56 w 56"/>
              <a:gd name="T83" fmla="*/ 48 h 65"/>
              <a:gd name="T84" fmla="*/ 54 w 56"/>
              <a:gd name="T85" fmla="*/ 46 h 65"/>
              <a:gd name="T86" fmla="*/ 22 w 56"/>
              <a:gd name="T87" fmla="*/ 4 h 65"/>
              <a:gd name="T88" fmla="*/ 34 w 56"/>
              <a:gd name="T89" fmla="*/ 4 h 65"/>
              <a:gd name="T90" fmla="*/ 34 w 56"/>
              <a:gd name="T91" fmla="*/ 16 h 65"/>
              <a:gd name="T92" fmla="*/ 22 w 56"/>
              <a:gd name="T93" fmla="*/ 16 h 65"/>
              <a:gd name="T94" fmla="*/ 22 w 56"/>
              <a:gd name="T95" fmla="*/ 4 h 65"/>
              <a:gd name="T96" fmla="*/ 15 w 56"/>
              <a:gd name="T97" fmla="*/ 61 h 65"/>
              <a:gd name="T98" fmla="*/ 4 w 56"/>
              <a:gd name="T99" fmla="*/ 61 h 65"/>
              <a:gd name="T100" fmla="*/ 4 w 56"/>
              <a:gd name="T101" fmla="*/ 50 h 65"/>
              <a:gd name="T102" fmla="*/ 15 w 56"/>
              <a:gd name="T103" fmla="*/ 50 h 65"/>
              <a:gd name="T104" fmla="*/ 15 w 56"/>
              <a:gd name="T105" fmla="*/ 61 h 65"/>
              <a:gd name="T106" fmla="*/ 52 w 56"/>
              <a:gd name="T107" fmla="*/ 61 h 65"/>
              <a:gd name="T108" fmla="*/ 40 w 56"/>
              <a:gd name="T109" fmla="*/ 61 h 65"/>
              <a:gd name="T110" fmla="*/ 40 w 56"/>
              <a:gd name="T111" fmla="*/ 50 h 65"/>
              <a:gd name="T112" fmla="*/ 52 w 56"/>
              <a:gd name="T113" fmla="*/ 50 h 65"/>
              <a:gd name="T114" fmla="*/ 52 w 56"/>
              <a:gd name="T115" fmla="*/ 61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6" h="65">
                <a:moveTo>
                  <a:pt x="54" y="46"/>
                </a:moveTo>
                <a:cubicBezTo>
                  <a:pt x="48" y="46"/>
                  <a:pt x="48" y="46"/>
                  <a:pt x="48" y="46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2"/>
                  <a:pt x="47" y="31"/>
                  <a:pt x="46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38" y="31"/>
                  <a:pt x="38" y="31"/>
                  <a:pt x="38" y="31"/>
                </a:cubicBezTo>
                <a:cubicBezTo>
                  <a:pt x="30" y="31"/>
                  <a:pt x="30" y="31"/>
                  <a:pt x="30" y="31"/>
                </a:cubicBezTo>
                <a:cubicBezTo>
                  <a:pt x="30" y="20"/>
                  <a:pt x="30" y="20"/>
                  <a:pt x="30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7" y="20"/>
                  <a:pt x="38" y="19"/>
                  <a:pt x="38" y="18"/>
                </a:cubicBezTo>
                <a:cubicBezTo>
                  <a:pt x="38" y="2"/>
                  <a:pt x="38" y="2"/>
                  <a:pt x="38" y="2"/>
                </a:cubicBezTo>
                <a:cubicBezTo>
                  <a:pt x="38" y="1"/>
                  <a:pt x="37" y="0"/>
                  <a:pt x="36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9"/>
                  <a:pt x="19" y="20"/>
                  <a:pt x="20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31"/>
                  <a:pt x="26" y="31"/>
                  <a:pt x="26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9" y="31"/>
                  <a:pt x="8" y="32"/>
                  <a:pt x="8" y="33"/>
                </a:cubicBezTo>
                <a:cubicBezTo>
                  <a:pt x="8" y="46"/>
                  <a:pt x="8" y="46"/>
                  <a:pt x="8" y="46"/>
                </a:cubicBezTo>
                <a:cubicBezTo>
                  <a:pt x="2" y="46"/>
                  <a:pt x="2" y="46"/>
                  <a:pt x="2" y="46"/>
                </a:cubicBezTo>
                <a:cubicBezTo>
                  <a:pt x="1" y="46"/>
                  <a:pt x="0" y="46"/>
                  <a:pt x="0" y="48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4"/>
                  <a:pt x="1" y="65"/>
                  <a:pt x="2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9" y="65"/>
                  <a:pt x="19" y="64"/>
                  <a:pt x="19" y="63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6"/>
                  <a:pt x="19" y="46"/>
                  <a:pt x="17" y="46"/>
                </a:cubicBezTo>
                <a:cubicBezTo>
                  <a:pt x="11" y="46"/>
                  <a:pt x="11" y="46"/>
                  <a:pt x="11" y="46"/>
                </a:cubicBezTo>
                <a:cubicBezTo>
                  <a:pt x="11" y="35"/>
                  <a:pt x="11" y="35"/>
                  <a:pt x="11" y="35"/>
                </a:cubicBezTo>
                <a:cubicBezTo>
                  <a:pt x="38" y="35"/>
                  <a:pt x="38" y="35"/>
                  <a:pt x="38" y="35"/>
                </a:cubicBezTo>
                <a:cubicBezTo>
                  <a:pt x="42" y="35"/>
                  <a:pt x="42" y="35"/>
                  <a:pt x="42" y="35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46"/>
                  <a:pt x="45" y="46"/>
                  <a:pt x="45" y="46"/>
                </a:cubicBezTo>
                <a:cubicBezTo>
                  <a:pt x="38" y="46"/>
                  <a:pt x="38" y="46"/>
                  <a:pt x="38" y="46"/>
                </a:cubicBezTo>
                <a:cubicBezTo>
                  <a:pt x="37" y="46"/>
                  <a:pt x="37" y="46"/>
                  <a:pt x="37" y="48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4"/>
                  <a:pt x="37" y="65"/>
                  <a:pt x="38" y="65"/>
                </a:cubicBezTo>
                <a:cubicBezTo>
                  <a:pt x="54" y="65"/>
                  <a:pt x="54" y="65"/>
                  <a:pt x="54" y="65"/>
                </a:cubicBezTo>
                <a:cubicBezTo>
                  <a:pt x="55" y="65"/>
                  <a:pt x="56" y="64"/>
                  <a:pt x="56" y="63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6"/>
                  <a:pt x="55" y="46"/>
                  <a:pt x="54" y="46"/>
                </a:cubicBezTo>
                <a:close/>
                <a:moveTo>
                  <a:pt x="22" y="4"/>
                </a:moveTo>
                <a:cubicBezTo>
                  <a:pt x="34" y="4"/>
                  <a:pt x="34" y="4"/>
                  <a:pt x="34" y="4"/>
                </a:cubicBezTo>
                <a:cubicBezTo>
                  <a:pt x="34" y="16"/>
                  <a:pt x="34" y="16"/>
                  <a:pt x="34" y="16"/>
                </a:cubicBezTo>
                <a:cubicBezTo>
                  <a:pt x="22" y="16"/>
                  <a:pt x="22" y="16"/>
                  <a:pt x="22" y="16"/>
                </a:cubicBezTo>
                <a:lnTo>
                  <a:pt x="22" y="4"/>
                </a:lnTo>
                <a:close/>
                <a:moveTo>
                  <a:pt x="15" y="61"/>
                </a:moveTo>
                <a:cubicBezTo>
                  <a:pt x="4" y="61"/>
                  <a:pt x="4" y="61"/>
                  <a:pt x="4" y="61"/>
                </a:cubicBezTo>
                <a:cubicBezTo>
                  <a:pt x="4" y="50"/>
                  <a:pt x="4" y="50"/>
                  <a:pt x="4" y="50"/>
                </a:cubicBezTo>
                <a:cubicBezTo>
                  <a:pt x="15" y="50"/>
                  <a:pt x="15" y="50"/>
                  <a:pt x="15" y="50"/>
                </a:cubicBezTo>
                <a:lnTo>
                  <a:pt x="15" y="61"/>
                </a:lnTo>
                <a:close/>
                <a:moveTo>
                  <a:pt x="52" y="61"/>
                </a:moveTo>
                <a:cubicBezTo>
                  <a:pt x="40" y="61"/>
                  <a:pt x="40" y="61"/>
                  <a:pt x="40" y="61"/>
                </a:cubicBezTo>
                <a:cubicBezTo>
                  <a:pt x="40" y="50"/>
                  <a:pt x="40" y="50"/>
                  <a:pt x="40" y="50"/>
                </a:cubicBezTo>
                <a:cubicBezTo>
                  <a:pt x="52" y="50"/>
                  <a:pt x="52" y="50"/>
                  <a:pt x="52" y="50"/>
                </a:cubicBezTo>
                <a:lnTo>
                  <a:pt x="52" y="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>
              <a:solidFill>
                <a:schemeClr val="bg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81BC329-3D4B-EBE2-C660-5BF0452F42B0}"/>
              </a:ext>
            </a:extLst>
          </p:cNvPr>
          <p:cNvSpPr/>
          <p:nvPr/>
        </p:nvSpPr>
        <p:spPr>
          <a:xfrm>
            <a:off x="12711" y="6300763"/>
            <a:ext cx="5483628" cy="549959"/>
          </a:xfrm>
          <a:custGeom>
            <a:avLst/>
            <a:gdLst>
              <a:gd name="connsiteX0" fmla="*/ 2505357 w 2505357"/>
              <a:gd name="connsiteY0" fmla="*/ 873919 h 1024465"/>
              <a:gd name="connsiteX1" fmla="*/ 2505357 w 2505357"/>
              <a:gd name="connsiteY1" fmla="*/ 946441 h 1024465"/>
              <a:gd name="connsiteX2" fmla="*/ 1999712 w 2505357"/>
              <a:gd name="connsiteY2" fmla="*/ 1024465 h 1024465"/>
              <a:gd name="connsiteX3" fmla="*/ 1529725 w 2505357"/>
              <a:gd name="connsiteY3" fmla="*/ 1024465 h 1024465"/>
              <a:gd name="connsiteX4" fmla="*/ 2505357 w 2505357"/>
              <a:gd name="connsiteY4" fmla="*/ 720602 h 1024465"/>
              <a:gd name="connsiteX5" fmla="*/ 2505357 w 2505357"/>
              <a:gd name="connsiteY5" fmla="*/ 793125 h 1024465"/>
              <a:gd name="connsiteX6" fmla="*/ 1006130 w 2505357"/>
              <a:gd name="connsiteY6" fmla="*/ 1024465 h 1024465"/>
              <a:gd name="connsiteX7" fmla="*/ 536139 w 2505357"/>
              <a:gd name="connsiteY7" fmla="*/ 1024465 h 1024465"/>
              <a:gd name="connsiteX8" fmla="*/ 2505357 w 2505357"/>
              <a:gd name="connsiteY8" fmla="*/ 567287 h 1024465"/>
              <a:gd name="connsiteX9" fmla="*/ 2505357 w 2505357"/>
              <a:gd name="connsiteY9" fmla="*/ 639808 h 1024465"/>
              <a:gd name="connsiteX10" fmla="*/ 12544 w 2505357"/>
              <a:gd name="connsiteY10" fmla="*/ 1024465 h 1024465"/>
              <a:gd name="connsiteX11" fmla="*/ 0 w 2505357"/>
              <a:gd name="connsiteY11" fmla="*/ 1024465 h 1024465"/>
              <a:gd name="connsiteX12" fmla="*/ 0 w 2505357"/>
              <a:gd name="connsiteY12" fmla="*/ 953879 h 1024465"/>
              <a:gd name="connsiteX13" fmla="*/ 2505357 w 2505357"/>
              <a:gd name="connsiteY13" fmla="*/ 413970 h 1024465"/>
              <a:gd name="connsiteX14" fmla="*/ 2505357 w 2505357"/>
              <a:gd name="connsiteY14" fmla="*/ 486493 h 1024465"/>
              <a:gd name="connsiteX15" fmla="*/ 0 w 2505357"/>
              <a:gd name="connsiteY15" fmla="*/ 873085 h 1024465"/>
              <a:gd name="connsiteX16" fmla="*/ 0 w 2505357"/>
              <a:gd name="connsiteY16" fmla="*/ 800563 h 1024465"/>
              <a:gd name="connsiteX17" fmla="*/ 2505357 w 2505357"/>
              <a:gd name="connsiteY17" fmla="*/ 260654 h 1024465"/>
              <a:gd name="connsiteX18" fmla="*/ 2505357 w 2505357"/>
              <a:gd name="connsiteY18" fmla="*/ 333176 h 1024465"/>
              <a:gd name="connsiteX19" fmla="*/ 0 w 2505357"/>
              <a:gd name="connsiteY19" fmla="*/ 719769 h 1024465"/>
              <a:gd name="connsiteX20" fmla="*/ 0 w 2505357"/>
              <a:gd name="connsiteY20" fmla="*/ 647246 h 1024465"/>
              <a:gd name="connsiteX21" fmla="*/ 2505357 w 2505357"/>
              <a:gd name="connsiteY21" fmla="*/ 107337 h 1024465"/>
              <a:gd name="connsiteX22" fmla="*/ 2505357 w 2505357"/>
              <a:gd name="connsiteY22" fmla="*/ 179860 h 1024465"/>
              <a:gd name="connsiteX23" fmla="*/ 0 w 2505357"/>
              <a:gd name="connsiteY23" fmla="*/ 566453 h 1024465"/>
              <a:gd name="connsiteX24" fmla="*/ 0 w 2505357"/>
              <a:gd name="connsiteY24" fmla="*/ 493930 h 1024465"/>
              <a:gd name="connsiteX25" fmla="*/ 2207391 w 2505357"/>
              <a:gd name="connsiteY25" fmla="*/ 0 h 1024465"/>
              <a:gd name="connsiteX26" fmla="*/ 2505357 w 2505357"/>
              <a:gd name="connsiteY26" fmla="*/ 0 h 1024465"/>
              <a:gd name="connsiteX27" fmla="*/ 2505357 w 2505357"/>
              <a:gd name="connsiteY27" fmla="*/ 26544 h 1024465"/>
              <a:gd name="connsiteX28" fmla="*/ 0 w 2505357"/>
              <a:gd name="connsiteY28" fmla="*/ 413136 h 1024465"/>
              <a:gd name="connsiteX29" fmla="*/ 0 w 2505357"/>
              <a:gd name="connsiteY29" fmla="*/ 340614 h 1024465"/>
              <a:gd name="connsiteX30" fmla="*/ 1213805 w 2505357"/>
              <a:gd name="connsiteY30" fmla="*/ 0 h 1024465"/>
              <a:gd name="connsiteX31" fmla="*/ 1683797 w 2505357"/>
              <a:gd name="connsiteY31" fmla="*/ 0 h 1024465"/>
              <a:gd name="connsiteX32" fmla="*/ 0 w 2505357"/>
              <a:gd name="connsiteY32" fmla="*/ 259820 h 1024465"/>
              <a:gd name="connsiteX33" fmla="*/ 0 w 2505357"/>
              <a:gd name="connsiteY33" fmla="*/ 187298 h 1024465"/>
              <a:gd name="connsiteX34" fmla="*/ 0 w 2505357"/>
              <a:gd name="connsiteY34" fmla="*/ 0 h 1024465"/>
              <a:gd name="connsiteX35" fmla="*/ 690211 w 2505357"/>
              <a:gd name="connsiteY35" fmla="*/ 0 h 1024465"/>
              <a:gd name="connsiteX36" fmla="*/ 0 w 2505357"/>
              <a:gd name="connsiteY36" fmla="*/ 106504 h 1024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505357" h="1024465">
                <a:moveTo>
                  <a:pt x="2505357" y="873919"/>
                </a:moveTo>
                <a:lnTo>
                  <a:pt x="2505357" y="946441"/>
                </a:lnTo>
                <a:lnTo>
                  <a:pt x="1999712" y="1024465"/>
                </a:lnTo>
                <a:lnTo>
                  <a:pt x="1529725" y="1024465"/>
                </a:lnTo>
                <a:close/>
                <a:moveTo>
                  <a:pt x="2505357" y="720602"/>
                </a:moveTo>
                <a:lnTo>
                  <a:pt x="2505357" y="793125"/>
                </a:lnTo>
                <a:lnTo>
                  <a:pt x="1006130" y="1024465"/>
                </a:lnTo>
                <a:lnTo>
                  <a:pt x="536139" y="1024465"/>
                </a:lnTo>
                <a:close/>
                <a:moveTo>
                  <a:pt x="2505357" y="567287"/>
                </a:moveTo>
                <a:lnTo>
                  <a:pt x="2505357" y="639808"/>
                </a:lnTo>
                <a:lnTo>
                  <a:pt x="12544" y="1024465"/>
                </a:lnTo>
                <a:lnTo>
                  <a:pt x="0" y="1024465"/>
                </a:lnTo>
                <a:lnTo>
                  <a:pt x="0" y="953879"/>
                </a:lnTo>
                <a:close/>
                <a:moveTo>
                  <a:pt x="2505357" y="413970"/>
                </a:moveTo>
                <a:lnTo>
                  <a:pt x="2505357" y="486493"/>
                </a:lnTo>
                <a:lnTo>
                  <a:pt x="0" y="873085"/>
                </a:lnTo>
                <a:lnTo>
                  <a:pt x="0" y="800563"/>
                </a:lnTo>
                <a:close/>
                <a:moveTo>
                  <a:pt x="2505357" y="260654"/>
                </a:moveTo>
                <a:lnTo>
                  <a:pt x="2505357" y="333176"/>
                </a:lnTo>
                <a:lnTo>
                  <a:pt x="0" y="719769"/>
                </a:lnTo>
                <a:lnTo>
                  <a:pt x="0" y="647246"/>
                </a:lnTo>
                <a:close/>
                <a:moveTo>
                  <a:pt x="2505357" y="107337"/>
                </a:moveTo>
                <a:lnTo>
                  <a:pt x="2505357" y="179860"/>
                </a:lnTo>
                <a:lnTo>
                  <a:pt x="0" y="566453"/>
                </a:lnTo>
                <a:lnTo>
                  <a:pt x="0" y="493930"/>
                </a:lnTo>
                <a:close/>
                <a:moveTo>
                  <a:pt x="2207391" y="0"/>
                </a:moveTo>
                <a:lnTo>
                  <a:pt x="2505357" y="0"/>
                </a:lnTo>
                <a:lnTo>
                  <a:pt x="2505357" y="26544"/>
                </a:lnTo>
                <a:lnTo>
                  <a:pt x="0" y="413136"/>
                </a:lnTo>
                <a:lnTo>
                  <a:pt x="0" y="340614"/>
                </a:lnTo>
                <a:close/>
                <a:moveTo>
                  <a:pt x="1213805" y="0"/>
                </a:moveTo>
                <a:lnTo>
                  <a:pt x="1683797" y="0"/>
                </a:lnTo>
                <a:lnTo>
                  <a:pt x="0" y="259820"/>
                </a:lnTo>
                <a:lnTo>
                  <a:pt x="0" y="187298"/>
                </a:lnTo>
                <a:close/>
                <a:moveTo>
                  <a:pt x="0" y="0"/>
                </a:moveTo>
                <a:lnTo>
                  <a:pt x="690211" y="0"/>
                </a:lnTo>
                <a:lnTo>
                  <a:pt x="0" y="1065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010C0E-E041-0F2C-78C2-E97EC3EE0287}"/>
              </a:ext>
            </a:extLst>
          </p:cNvPr>
          <p:cNvSpPr txBox="1"/>
          <p:nvPr/>
        </p:nvSpPr>
        <p:spPr>
          <a:xfrm>
            <a:off x="7445236" y="2223491"/>
            <a:ext cx="3766103" cy="549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D" sz="1050" dirty="0">
              <a:solidFill>
                <a:schemeClr val="bg1"/>
              </a:solidFill>
              <a:latin typeface="Work Sans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B701C8-1992-F4E9-9E8F-B854691B2769}"/>
              </a:ext>
            </a:extLst>
          </p:cNvPr>
          <p:cNvSpPr/>
          <p:nvPr/>
        </p:nvSpPr>
        <p:spPr>
          <a:xfrm>
            <a:off x="6096001" y="3429000"/>
            <a:ext cx="723020" cy="34217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B922BF9-68EA-FE2F-E547-28DED44549CF}"/>
              </a:ext>
            </a:extLst>
          </p:cNvPr>
          <p:cNvSpPr/>
          <p:nvPr/>
        </p:nvSpPr>
        <p:spPr>
          <a:xfrm rot="2704573" flipV="1">
            <a:off x="6294515" y="3597417"/>
            <a:ext cx="321432" cy="328099"/>
          </a:xfrm>
          <a:custGeom>
            <a:avLst/>
            <a:gdLst>
              <a:gd name="connsiteX0" fmla="*/ 927640 w 2117287"/>
              <a:gd name="connsiteY0" fmla="*/ 42515 h 2117559"/>
              <a:gd name="connsiteX1" fmla="*/ 1030281 w 2117287"/>
              <a:gd name="connsiteY1" fmla="*/ 0 h 2117559"/>
              <a:gd name="connsiteX2" fmla="*/ 1175437 w 2117287"/>
              <a:gd name="connsiteY2" fmla="*/ 145156 h 2117559"/>
              <a:gd name="connsiteX3" fmla="*/ 1175437 w 2117287"/>
              <a:gd name="connsiteY3" fmla="*/ 943897 h 2117559"/>
              <a:gd name="connsiteX4" fmla="*/ 1974629 w 2117287"/>
              <a:gd name="connsiteY4" fmla="*/ 957653 h 2117559"/>
              <a:gd name="connsiteX5" fmla="*/ 2117266 w 2117287"/>
              <a:gd name="connsiteY5" fmla="*/ 1105285 h 2117559"/>
              <a:gd name="connsiteX6" fmla="*/ 2117265 w 2117287"/>
              <a:gd name="connsiteY6" fmla="*/ 1105284 h 2117559"/>
              <a:gd name="connsiteX7" fmla="*/ 1969632 w 2117287"/>
              <a:gd name="connsiteY7" fmla="*/ 1247921 h 2117559"/>
              <a:gd name="connsiteX8" fmla="*/ 1175436 w 2117287"/>
              <a:gd name="connsiteY8" fmla="*/ 1234252 h 2117559"/>
              <a:gd name="connsiteX9" fmla="*/ 1175436 w 2117287"/>
              <a:gd name="connsiteY9" fmla="*/ 1972403 h 2117559"/>
              <a:gd name="connsiteX10" fmla="*/ 1030280 w 2117287"/>
              <a:gd name="connsiteY10" fmla="*/ 2117559 h 2117559"/>
              <a:gd name="connsiteX11" fmla="*/ 1030281 w 2117287"/>
              <a:gd name="connsiteY11" fmla="*/ 2117558 h 2117559"/>
              <a:gd name="connsiteX12" fmla="*/ 885125 w 2117287"/>
              <a:gd name="connsiteY12" fmla="*/ 1972402 h 2117559"/>
              <a:gd name="connsiteX13" fmla="*/ 885125 w 2117287"/>
              <a:gd name="connsiteY13" fmla="*/ 1229255 h 2117559"/>
              <a:gd name="connsiteX14" fmla="*/ 142657 w 2117287"/>
              <a:gd name="connsiteY14" fmla="*/ 1216476 h 2117559"/>
              <a:gd name="connsiteX15" fmla="*/ 21 w 2117287"/>
              <a:gd name="connsiteY15" fmla="*/ 1068844 h 2117559"/>
              <a:gd name="connsiteX16" fmla="*/ 147653 w 2117287"/>
              <a:gd name="connsiteY16" fmla="*/ 926207 h 2117559"/>
              <a:gd name="connsiteX17" fmla="*/ 885125 w 2117287"/>
              <a:gd name="connsiteY17" fmla="*/ 938900 h 2117559"/>
              <a:gd name="connsiteX18" fmla="*/ 885125 w 2117287"/>
              <a:gd name="connsiteY18" fmla="*/ 145156 h 2117559"/>
              <a:gd name="connsiteX19" fmla="*/ 927640 w 2117287"/>
              <a:gd name="connsiteY19" fmla="*/ 42515 h 211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17287" h="2117559">
                <a:moveTo>
                  <a:pt x="927640" y="42515"/>
                </a:moveTo>
                <a:cubicBezTo>
                  <a:pt x="953908" y="16247"/>
                  <a:pt x="990197" y="0"/>
                  <a:pt x="1030281" y="0"/>
                </a:cubicBezTo>
                <a:cubicBezTo>
                  <a:pt x="1110448" y="0"/>
                  <a:pt x="1175437" y="64989"/>
                  <a:pt x="1175437" y="145156"/>
                </a:cubicBezTo>
                <a:lnTo>
                  <a:pt x="1175437" y="943897"/>
                </a:lnTo>
                <a:lnTo>
                  <a:pt x="1974629" y="957653"/>
                </a:lnTo>
                <a:cubicBezTo>
                  <a:pt x="2054784" y="959032"/>
                  <a:pt x="2118646" y="1025130"/>
                  <a:pt x="2117266" y="1105285"/>
                </a:cubicBezTo>
                <a:lnTo>
                  <a:pt x="2117265" y="1105284"/>
                </a:lnTo>
                <a:cubicBezTo>
                  <a:pt x="2115885" y="1185439"/>
                  <a:pt x="2049788" y="1249300"/>
                  <a:pt x="1969632" y="1247921"/>
                </a:cubicBezTo>
                <a:lnTo>
                  <a:pt x="1175436" y="1234252"/>
                </a:lnTo>
                <a:lnTo>
                  <a:pt x="1175436" y="1972403"/>
                </a:lnTo>
                <a:cubicBezTo>
                  <a:pt x="1175436" y="2052570"/>
                  <a:pt x="1110447" y="2117559"/>
                  <a:pt x="1030280" y="2117559"/>
                </a:cubicBezTo>
                <a:lnTo>
                  <a:pt x="1030281" y="2117558"/>
                </a:lnTo>
                <a:cubicBezTo>
                  <a:pt x="950114" y="2117558"/>
                  <a:pt x="885125" y="2052569"/>
                  <a:pt x="885125" y="1972402"/>
                </a:cubicBezTo>
                <a:lnTo>
                  <a:pt x="885125" y="1229255"/>
                </a:lnTo>
                <a:lnTo>
                  <a:pt x="142657" y="1216476"/>
                </a:lnTo>
                <a:cubicBezTo>
                  <a:pt x="62502" y="1215097"/>
                  <a:pt x="-1359" y="1148999"/>
                  <a:pt x="21" y="1068844"/>
                </a:cubicBezTo>
                <a:cubicBezTo>
                  <a:pt x="1400" y="988689"/>
                  <a:pt x="67498" y="924828"/>
                  <a:pt x="147653" y="926207"/>
                </a:cubicBezTo>
                <a:lnTo>
                  <a:pt x="885125" y="938900"/>
                </a:lnTo>
                <a:lnTo>
                  <a:pt x="885125" y="145156"/>
                </a:lnTo>
                <a:cubicBezTo>
                  <a:pt x="885125" y="105073"/>
                  <a:pt x="901372" y="68784"/>
                  <a:pt x="927640" y="425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9B1F5C6-0762-FD63-E076-D65AED78791E}"/>
              </a:ext>
            </a:extLst>
          </p:cNvPr>
          <p:cNvSpPr/>
          <p:nvPr/>
        </p:nvSpPr>
        <p:spPr>
          <a:xfrm rot="2704573" flipV="1">
            <a:off x="6294515" y="6311131"/>
            <a:ext cx="321432" cy="328099"/>
          </a:xfrm>
          <a:custGeom>
            <a:avLst/>
            <a:gdLst>
              <a:gd name="connsiteX0" fmla="*/ 927640 w 2117287"/>
              <a:gd name="connsiteY0" fmla="*/ 42515 h 2117559"/>
              <a:gd name="connsiteX1" fmla="*/ 1030281 w 2117287"/>
              <a:gd name="connsiteY1" fmla="*/ 0 h 2117559"/>
              <a:gd name="connsiteX2" fmla="*/ 1175437 w 2117287"/>
              <a:gd name="connsiteY2" fmla="*/ 145156 h 2117559"/>
              <a:gd name="connsiteX3" fmla="*/ 1175437 w 2117287"/>
              <a:gd name="connsiteY3" fmla="*/ 943897 h 2117559"/>
              <a:gd name="connsiteX4" fmla="*/ 1974629 w 2117287"/>
              <a:gd name="connsiteY4" fmla="*/ 957653 h 2117559"/>
              <a:gd name="connsiteX5" fmla="*/ 2117266 w 2117287"/>
              <a:gd name="connsiteY5" fmla="*/ 1105285 h 2117559"/>
              <a:gd name="connsiteX6" fmla="*/ 2117265 w 2117287"/>
              <a:gd name="connsiteY6" fmla="*/ 1105284 h 2117559"/>
              <a:gd name="connsiteX7" fmla="*/ 1969632 w 2117287"/>
              <a:gd name="connsiteY7" fmla="*/ 1247921 h 2117559"/>
              <a:gd name="connsiteX8" fmla="*/ 1175436 w 2117287"/>
              <a:gd name="connsiteY8" fmla="*/ 1234252 h 2117559"/>
              <a:gd name="connsiteX9" fmla="*/ 1175436 w 2117287"/>
              <a:gd name="connsiteY9" fmla="*/ 1972403 h 2117559"/>
              <a:gd name="connsiteX10" fmla="*/ 1030280 w 2117287"/>
              <a:gd name="connsiteY10" fmla="*/ 2117559 h 2117559"/>
              <a:gd name="connsiteX11" fmla="*/ 1030281 w 2117287"/>
              <a:gd name="connsiteY11" fmla="*/ 2117558 h 2117559"/>
              <a:gd name="connsiteX12" fmla="*/ 885125 w 2117287"/>
              <a:gd name="connsiteY12" fmla="*/ 1972402 h 2117559"/>
              <a:gd name="connsiteX13" fmla="*/ 885125 w 2117287"/>
              <a:gd name="connsiteY13" fmla="*/ 1229255 h 2117559"/>
              <a:gd name="connsiteX14" fmla="*/ 142657 w 2117287"/>
              <a:gd name="connsiteY14" fmla="*/ 1216476 h 2117559"/>
              <a:gd name="connsiteX15" fmla="*/ 21 w 2117287"/>
              <a:gd name="connsiteY15" fmla="*/ 1068844 h 2117559"/>
              <a:gd name="connsiteX16" fmla="*/ 147653 w 2117287"/>
              <a:gd name="connsiteY16" fmla="*/ 926207 h 2117559"/>
              <a:gd name="connsiteX17" fmla="*/ 885125 w 2117287"/>
              <a:gd name="connsiteY17" fmla="*/ 938900 h 2117559"/>
              <a:gd name="connsiteX18" fmla="*/ 885125 w 2117287"/>
              <a:gd name="connsiteY18" fmla="*/ 145156 h 2117559"/>
              <a:gd name="connsiteX19" fmla="*/ 927640 w 2117287"/>
              <a:gd name="connsiteY19" fmla="*/ 42515 h 211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17287" h="2117559">
                <a:moveTo>
                  <a:pt x="927640" y="42515"/>
                </a:moveTo>
                <a:cubicBezTo>
                  <a:pt x="953908" y="16247"/>
                  <a:pt x="990197" y="0"/>
                  <a:pt x="1030281" y="0"/>
                </a:cubicBezTo>
                <a:cubicBezTo>
                  <a:pt x="1110448" y="0"/>
                  <a:pt x="1175437" y="64989"/>
                  <a:pt x="1175437" y="145156"/>
                </a:cubicBezTo>
                <a:lnTo>
                  <a:pt x="1175437" y="943897"/>
                </a:lnTo>
                <a:lnTo>
                  <a:pt x="1974629" y="957653"/>
                </a:lnTo>
                <a:cubicBezTo>
                  <a:pt x="2054784" y="959032"/>
                  <a:pt x="2118646" y="1025130"/>
                  <a:pt x="2117266" y="1105285"/>
                </a:cubicBezTo>
                <a:lnTo>
                  <a:pt x="2117265" y="1105284"/>
                </a:lnTo>
                <a:cubicBezTo>
                  <a:pt x="2115885" y="1185439"/>
                  <a:pt x="2049788" y="1249300"/>
                  <a:pt x="1969632" y="1247921"/>
                </a:cubicBezTo>
                <a:lnTo>
                  <a:pt x="1175436" y="1234252"/>
                </a:lnTo>
                <a:lnTo>
                  <a:pt x="1175436" y="1972403"/>
                </a:lnTo>
                <a:cubicBezTo>
                  <a:pt x="1175436" y="2052570"/>
                  <a:pt x="1110447" y="2117559"/>
                  <a:pt x="1030280" y="2117559"/>
                </a:cubicBezTo>
                <a:lnTo>
                  <a:pt x="1030281" y="2117558"/>
                </a:lnTo>
                <a:cubicBezTo>
                  <a:pt x="950114" y="2117558"/>
                  <a:pt x="885125" y="2052569"/>
                  <a:pt x="885125" y="1972402"/>
                </a:cubicBezTo>
                <a:lnTo>
                  <a:pt x="885125" y="1229255"/>
                </a:lnTo>
                <a:lnTo>
                  <a:pt x="142657" y="1216476"/>
                </a:lnTo>
                <a:cubicBezTo>
                  <a:pt x="62502" y="1215097"/>
                  <a:pt x="-1359" y="1148999"/>
                  <a:pt x="21" y="1068844"/>
                </a:cubicBezTo>
                <a:cubicBezTo>
                  <a:pt x="1400" y="988689"/>
                  <a:pt x="67498" y="924828"/>
                  <a:pt x="147653" y="926207"/>
                </a:cubicBezTo>
                <a:lnTo>
                  <a:pt x="885125" y="938900"/>
                </a:lnTo>
                <a:lnTo>
                  <a:pt x="885125" y="145156"/>
                </a:lnTo>
                <a:cubicBezTo>
                  <a:pt x="885125" y="105073"/>
                  <a:pt x="901372" y="68784"/>
                  <a:pt x="927640" y="425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76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E9BCA-25A7-C417-6FAD-C43221215940}"/>
              </a:ext>
            </a:extLst>
          </p:cNvPr>
          <p:cNvSpPr/>
          <p:nvPr/>
        </p:nvSpPr>
        <p:spPr>
          <a:xfrm>
            <a:off x="2463777" y="3429000"/>
            <a:ext cx="7264447" cy="3407606"/>
          </a:xfrm>
          <a:custGeom>
            <a:avLst/>
            <a:gdLst>
              <a:gd name="connsiteX0" fmla="*/ 2793755 w 2793755"/>
              <a:gd name="connsiteY0" fmla="*/ 2398341 h 2635787"/>
              <a:gd name="connsiteX1" fmla="*/ 2793755 w 2793755"/>
              <a:gd name="connsiteY1" fmla="*/ 2635787 h 2635787"/>
              <a:gd name="connsiteX2" fmla="*/ 2519930 w 2793755"/>
              <a:gd name="connsiteY2" fmla="*/ 2635787 h 2635787"/>
              <a:gd name="connsiteX3" fmla="*/ 2793755 w 2793755"/>
              <a:gd name="connsiteY3" fmla="*/ 2003882 h 2635787"/>
              <a:gd name="connsiteX4" fmla="*/ 2793755 w 2793755"/>
              <a:gd name="connsiteY4" fmla="*/ 2190471 h 2635787"/>
              <a:gd name="connsiteX5" fmla="*/ 2280212 w 2793755"/>
              <a:gd name="connsiteY5" fmla="*/ 2635787 h 2635787"/>
              <a:gd name="connsiteX6" fmla="*/ 2065036 w 2793755"/>
              <a:gd name="connsiteY6" fmla="*/ 2635787 h 2635787"/>
              <a:gd name="connsiteX7" fmla="*/ 2793755 w 2793755"/>
              <a:gd name="connsiteY7" fmla="*/ 1609424 h 2635787"/>
              <a:gd name="connsiteX8" fmla="*/ 2793755 w 2793755"/>
              <a:gd name="connsiteY8" fmla="*/ 1796012 h 2635787"/>
              <a:gd name="connsiteX9" fmla="*/ 1825318 w 2793755"/>
              <a:gd name="connsiteY9" fmla="*/ 2635787 h 2635787"/>
              <a:gd name="connsiteX10" fmla="*/ 1610143 w 2793755"/>
              <a:gd name="connsiteY10" fmla="*/ 2635787 h 2635787"/>
              <a:gd name="connsiteX11" fmla="*/ 2793755 w 2793755"/>
              <a:gd name="connsiteY11" fmla="*/ 1214965 h 2635787"/>
              <a:gd name="connsiteX12" fmla="*/ 2793755 w 2793755"/>
              <a:gd name="connsiteY12" fmla="*/ 1401554 h 2635787"/>
              <a:gd name="connsiteX13" fmla="*/ 1370425 w 2793755"/>
              <a:gd name="connsiteY13" fmla="*/ 2635787 h 2635787"/>
              <a:gd name="connsiteX14" fmla="*/ 1155249 w 2793755"/>
              <a:gd name="connsiteY14" fmla="*/ 2635787 h 2635787"/>
              <a:gd name="connsiteX15" fmla="*/ 2793755 w 2793755"/>
              <a:gd name="connsiteY15" fmla="*/ 820507 h 2635787"/>
              <a:gd name="connsiteX16" fmla="*/ 2793755 w 2793755"/>
              <a:gd name="connsiteY16" fmla="*/ 1007095 h 2635787"/>
              <a:gd name="connsiteX17" fmla="*/ 915531 w 2793755"/>
              <a:gd name="connsiteY17" fmla="*/ 2635787 h 2635787"/>
              <a:gd name="connsiteX18" fmla="*/ 700356 w 2793755"/>
              <a:gd name="connsiteY18" fmla="*/ 2635787 h 2635787"/>
              <a:gd name="connsiteX19" fmla="*/ 2793755 w 2793755"/>
              <a:gd name="connsiteY19" fmla="*/ 426048 h 2635787"/>
              <a:gd name="connsiteX20" fmla="*/ 2793755 w 2793755"/>
              <a:gd name="connsiteY20" fmla="*/ 612637 h 2635787"/>
              <a:gd name="connsiteX21" fmla="*/ 460638 w 2793755"/>
              <a:gd name="connsiteY21" fmla="*/ 2635787 h 2635787"/>
              <a:gd name="connsiteX22" fmla="*/ 245461 w 2793755"/>
              <a:gd name="connsiteY22" fmla="*/ 2635787 h 2635787"/>
              <a:gd name="connsiteX23" fmla="*/ 2793755 w 2793755"/>
              <a:gd name="connsiteY23" fmla="*/ 31591 h 2635787"/>
              <a:gd name="connsiteX24" fmla="*/ 2793755 w 2793755"/>
              <a:gd name="connsiteY24" fmla="*/ 218178 h 2635787"/>
              <a:gd name="connsiteX25" fmla="*/ 5743 w 2793755"/>
              <a:gd name="connsiteY25" fmla="*/ 2635787 h 2635787"/>
              <a:gd name="connsiteX26" fmla="*/ 0 w 2793755"/>
              <a:gd name="connsiteY26" fmla="*/ 2635787 h 2635787"/>
              <a:gd name="connsiteX27" fmla="*/ 0 w 2793755"/>
              <a:gd name="connsiteY27" fmla="*/ 2454181 h 2635787"/>
              <a:gd name="connsiteX28" fmla="*/ 2375291 w 2793755"/>
              <a:gd name="connsiteY28" fmla="*/ 0 h 2635787"/>
              <a:gd name="connsiteX29" fmla="*/ 2590468 w 2793755"/>
              <a:gd name="connsiteY29" fmla="*/ 0 h 2635787"/>
              <a:gd name="connsiteX30" fmla="*/ 0 w 2793755"/>
              <a:gd name="connsiteY30" fmla="*/ 2246310 h 2635787"/>
              <a:gd name="connsiteX31" fmla="*/ 0 w 2793755"/>
              <a:gd name="connsiteY31" fmla="*/ 2059721 h 2635787"/>
              <a:gd name="connsiteX32" fmla="*/ 1920399 w 2793755"/>
              <a:gd name="connsiteY32" fmla="*/ 0 h 2635787"/>
              <a:gd name="connsiteX33" fmla="*/ 2135573 w 2793755"/>
              <a:gd name="connsiteY33" fmla="*/ 0 h 2635787"/>
              <a:gd name="connsiteX34" fmla="*/ 0 w 2793755"/>
              <a:gd name="connsiteY34" fmla="*/ 1851851 h 2635787"/>
              <a:gd name="connsiteX35" fmla="*/ 0 w 2793755"/>
              <a:gd name="connsiteY35" fmla="*/ 1665263 h 2635787"/>
              <a:gd name="connsiteX36" fmla="*/ 1465504 w 2793755"/>
              <a:gd name="connsiteY36" fmla="*/ 0 h 2635787"/>
              <a:gd name="connsiteX37" fmla="*/ 1680681 w 2793755"/>
              <a:gd name="connsiteY37" fmla="*/ 0 h 2635787"/>
              <a:gd name="connsiteX38" fmla="*/ 0 w 2793755"/>
              <a:gd name="connsiteY38" fmla="*/ 1457393 h 2635787"/>
              <a:gd name="connsiteX39" fmla="*/ 0 w 2793755"/>
              <a:gd name="connsiteY39" fmla="*/ 1270804 h 2635787"/>
              <a:gd name="connsiteX40" fmla="*/ 1010613 w 2793755"/>
              <a:gd name="connsiteY40" fmla="*/ 0 h 2635787"/>
              <a:gd name="connsiteX41" fmla="*/ 1225786 w 2793755"/>
              <a:gd name="connsiteY41" fmla="*/ 0 h 2635787"/>
              <a:gd name="connsiteX42" fmla="*/ 0 w 2793755"/>
              <a:gd name="connsiteY42" fmla="*/ 1062934 h 2635787"/>
              <a:gd name="connsiteX43" fmla="*/ 0 w 2793755"/>
              <a:gd name="connsiteY43" fmla="*/ 876347 h 2635787"/>
              <a:gd name="connsiteX44" fmla="*/ 555718 w 2793755"/>
              <a:gd name="connsiteY44" fmla="*/ 0 h 2635787"/>
              <a:gd name="connsiteX45" fmla="*/ 770895 w 2793755"/>
              <a:gd name="connsiteY45" fmla="*/ 0 h 2635787"/>
              <a:gd name="connsiteX46" fmla="*/ 0 w 2793755"/>
              <a:gd name="connsiteY46" fmla="*/ 668477 h 2635787"/>
              <a:gd name="connsiteX47" fmla="*/ 0 w 2793755"/>
              <a:gd name="connsiteY47" fmla="*/ 481888 h 2635787"/>
              <a:gd name="connsiteX48" fmla="*/ 0 w 2793755"/>
              <a:gd name="connsiteY48" fmla="*/ 0 h 2635787"/>
              <a:gd name="connsiteX49" fmla="*/ 316000 w 2793755"/>
              <a:gd name="connsiteY49" fmla="*/ 0 h 2635787"/>
              <a:gd name="connsiteX50" fmla="*/ 0 w 2793755"/>
              <a:gd name="connsiteY50" fmla="*/ 274018 h 263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793755" h="2635787">
                <a:moveTo>
                  <a:pt x="2793755" y="2398341"/>
                </a:moveTo>
                <a:lnTo>
                  <a:pt x="2793755" y="2635787"/>
                </a:lnTo>
                <a:lnTo>
                  <a:pt x="2519930" y="2635787"/>
                </a:lnTo>
                <a:close/>
                <a:moveTo>
                  <a:pt x="2793755" y="2003882"/>
                </a:moveTo>
                <a:lnTo>
                  <a:pt x="2793755" y="2190471"/>
                </a:lnTo>
                <a:lnTo>
                  <a:pt x="2280212" y="2635787"/>
                </a:lnTo>
                <a:lnTo>
                  <a:pt x="2065036" y="2635787"/>
                </a:lnTo>
                <a:close/>
                <a:moveTo>
                  <a:pt x="2793755" y="1609424"/>
                </a:moveTo>
                <a:lnTo>
                  <a:pt x="2793755" y="1796012"/>
                </a:lnTo>
                <a:lnTo>
                  <a:pt x="1825318" y="2635787"/>
                </a:lnTo>
                <a:lnTo>
                  <a:pt x="1610143" y="2635787"/>
                </a:lnTo>
                <a:close/>
                <a:moveTo>
                  <a:pt x="2793755" y="1214965"/>
                </a:moveTo>
                <a:lnTo>
                  <a:pt x="2793755" y="1401554"/>
                </a:lnTo>
                <a:lnTo>
                  <a:pt x="1370425" y="2635787"/>
                </a:lnTo>
                <a:lnTo>
                  <a:pt x="1155249" y="2635787"/>
                </a:lnTo>
                <a:close/>
                <a:moveTo>
                  <a:pt x="2793755" y="820507"/>
                </a:moveTo>
                <a:lnTo>
                  <a:pt x="2793755" y="1007095"/>
                </a:lnTo>
                <a:lnTo>
                  <a:pt x="915531" y="2635787"/>
                </a:lnTo>
                <a:lnTo>
                  <a:pt x="700356" y="2635787"/>
                </a:lnTo>
                <a:close/>
                <a:moveTo>
                  <a:pt x="2793755" y="426048"/>
                </a:moveTo>
                <a:lnTo>
                  <a:pt x="2793755" y="612637"/>
                </a:lnTo>
                <a:lnTo>
                  <a:pt x="460638" y="2635787"/>
                </a:lnTo>
                <a:lnTo>
                  <a:pt x="245461" y="2635787"/>
                </a:lnTo>
                <a:close/>
                <a:moveTo>
                  <a:pt x="2793755" y="31591"/>
                </a:moveTo>
                <a:lnTo>
                  <a:pt x="2793755" y="218178"/>
                </a:lnTo>
                <a:lnTo>
                  <a:pt x="5743" y="2635787"/>
                </a:lnTo>
                <a:lnTo>
                  <a:pt x="0" y="2635787"/>
                </a:lnTo>
                <a:lnTo>
                  <a:pt x="0" y="2454181"/>
                </a:lnTo>
                <a:close/>
                <a:moveTo>
                  <a:pt x="2375291" y="0"/>
                </a:moveTo>
                <a:lnTo>
                  <a:pt x="2590468" y="0"/>
                </a:lnTo>
                <a:lnTo>
                  <a:pt x="0" y="2246310"/>
                </a:lnTo>
                <a:lnTo>
                  <a:pt x="0" y="2059721"/>
                </a:lnTo>
                <a:close/>
                <a:moveTo>
                  <a:pt x="1920399" y="0"/>
                </a:moveTo>
                <a:lnTo>
                  <a:pt x="2135573" y="0"/>
                </a:lnTo>
                <a:lnTo>
                  <a:pt x="0" y="1851851"/>
                </a:lnTo>
                <a:lnTo>
                  <a:pt x="0" y="1665263"/>
                </a:lnTo>
                <a:close/>
                <a:moveTo>
                  <a:pt x="1465504" y="0"/>
                </a:moveTo>
                <a:lnTo>
                  <a:pt x="1680681" y="0"/>
                </a:lnTo>
                <a:lnTo>
                  <a:pt x="0" y="1457393"/>
                </a:lnTo>
                <a:lnTo>
                  <a:pt x="0" y="1270804"/>
                </a:lnTo>
                <a:close/>
                <a:moveTo>
                  <a:pt x="1010613" y="0"/>
                </a:moveTo>
                <a:lnTo>
                  <a:pt x="1225786" y="0"/>
                </a:lnTo>
                <a:lnTo>
                  <a:pt x="0" y="1062934"/>
                </a:lnTo>
                <a:lnTo>
                  <a:pt x="0" y="876347"/>
                </a:lnTo>
                <a:close/>
                <a:moveTo>
                  <a:pt x="555718" y="0"/>
                </a:moveTo>
                <a:lnTo>
                  <a:pt x="770895" y="0"/>
                </a:lnTo>
                <a:lnTo>
                  <a:pt x="0" y="668477"/>
                </a:lnTo>
                <a:lnTo>
                  <a:pt x="0" y="481888"/>
                </a:lnTo>
                <a:close/>
                <a:moveTo>
                  <a:pt x="0" y="0"/>
                </a:moveTo>
                <a:lnTo>
                  <a:pt x="316000" y="0"/>
                </a:lnTo>
                <a:lnTo>
                  <a:pt x="0" y="27401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23E173-DE08-F1DC-F62D-7130714C2133}"/>
              </a:ext>
            </a:extLst>
          </p:cNvPr>
          <p:cNvGrpSpPr/>
          <p:nvPr/>
        </p:nvGrpSpPr>
        <p:grpSpPr>
          <a:xfrm>
            <a:off x="975450" y="424566"/>
            <a:ext cx="10144874" cy="253916"/>
            <a:chOff x="975450" y="424566"/>
            <a:chExt cx="10144874" cy="253916"/>
          </a:xfrm>
        </p:grpSpPr>
        <p:sp>
          <p:nvSpPr>
            <p:cNvPr id="3" name="Freeform 88">
              <a:extLst>
                <a:ext uri="{FF2B5EF4-FFF2-40B4-BE49-F238E27FC236}">
                  <a16:creationId xmlns:a16="http://schemas.microsoft.com/office/drawing/2014/main" id="{81CCB8E3-1BD8-17F4-BAE6-6222934B43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5558" y="461129"/>
              <a:ext cx="264766" cy="180790"/>
            </a:xfrm>
            <a:custGeom>
              <a:avLst/>
              <a:gdLst>
                <a:gd name="T0" fmla="*/ 2147483646 w 256"/>
                <a:gd name="T1" fmla="*/ 2147483646 h 216"/>
                <a:gd name="T2" fmla="*/ 2147483646 w 256"/>
                <a:gd name="T3" fmla="*/ 2147483646 h 216"/>
                <a:gd name="T4" fmla="*/ 0 w 256"/>
                <a:gd name="T5" fmla="*/ 2147483646 h 216"/>
                <a:gd name="T6" fmla="*/ 2147483646 w 256"/>
                <a:gd name="T7" fmla="*/ 2147483646 h 216"/>
                <a:gd name="T8" fmla="*/ 2147483646 w 256"/>
                <a:gd name="T9" fmla="*/ 2147483646 h 216"/>
                <a:gd name="T10" fmla="*/ 2147483646 w 256"/>
                <a:gd name="T11" fmla="*/ 2147483646 h 216"/>
                <a:gd name="T12" fmla="*/ 2147483646 w 256"/>
                <a:gd name="T13" fmla="*/ 2147483646 h 216"/>
                <a:gd name="T14" fmla="*/ 2147483646 w 256"/>
                <a:gd name="T15" fmla="*/ 2147483646 h 216"/>
                <a:gd name="T16" fmla="*/ 2147483646 w 256"/>
                <a:gd name="T17" fmla="*/ 2147483646 h 216"/>
                <a:gd name="T18" fmla="*/ 0 w 256"/>
                <a:gd name="T19" fmla="*/ 2147483646 h 216"/>
                <a:gd name="T20" fmla="*/ 2147483646 w 256"/>
                <a:gd name="T21" fmla="*/ 2147483646 h 216"/>
                <a:gd name="T22" fmla="*/ 2147483646 w 256"/>
                <a:gd name="T23" fmla="*/ 2147483646 h 216"/>
                <a:gd name="T24" fmla="*/ 2147483646 w 256"/>
                <a:gd name="T25" fmla="*/ 2147483646 h 216"/>
                <a:gd name="T26" fmla="*/ 2147483646 w 256"/>
                <a:gd name="T27" fmla="*/ 2147483646 h 216"/>
                <a:gd name="T28" fmla="*/ 2147483646 w 256"/>
                <a:gd name="T29" fmla="*/ 2147483646 h 216"/>
                <a:gd name="T30" fmla="*/ 2147483646 w 256"/>
                <a:gd name="T31" fmla="*/ 2147483646 h 216"/>
                <a:gd name="T32" fmla="*/ 0 w 256"/>
                <a:gd name="T33" fmla="*/ 2147483646 h 216"/>
                <a:gd name="T34" fmla="*/ 2147483646 w 256"/>
                <a:gd name="T35" fmla="*/ 0 h 216"/>
                <a:gd name="T36" fmla="*/ 2147483646 w 256"/>
                <a:gd name="T37" fmla="*/ 0 h 216"/>
                <a:gd name="T38" fmla="*/ 2147483646 w 256"/>
                <a:gd name="T39" fmla="*/ 2147483646 h 216"/>
                <a:gd name="T40" fmla="*/ 2147483646 w 256"/>
                <a:gd name="T41" fmla="*/ 2147483646 h 216"/>
                <a:gd name="T42" fmla="*/ 2147483646 w 256"/>
                <a:gd name="T43" fmla="*/ 2147483646 h 216"/>
                <a:gd name="T44" fmla="*/ 2147483646 w 256"/>
                <a:gd name="T45" fmla="*/ 2147483646 h 216"/>
                <a:gd name="T46" fmla="*/ 2147483646 w 256"/>
                <a:gd name="T47" fmla="*/ 2147483646 h 216"/>
                <a:gd name="T48" fmla="*/ 2147483646 w 256"/>
                <a:gd name="T49" fmla="*/ 2147483646 h 216"/>
                <a:gd name="T50" fmla="*/ 2147483646 w 256"/>
                <a:gd name="T51" fmla="*/ 2147483646 h 216"/>
                <a:gd name="T52" fmla="*/ 0 w 256"/>
                <a:gd name="T53" fmla="*/ 2147483646 h 216"/>
                <a:gd name="T54" fmla="*/ 2147483646 w 256"/>
                <a:gd name="T55" fmla="*/ 2147483646 h 2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6" h="216">
                  <a:moveTo>
                    <a:pt x="244" y="152"/>
                  </a:moveTo>
                  <a:cubicBezTo>
                    <a:pt x="12" y="152"/>
                    <a:pt x="12" y="152"/>
                    <a:pt x="12" y="152"/>
                  </a:cubicBezTo>
                  <a:cubicBezTo>
                    <a:pt x="5" y="152"/>
                    <a:pt x="0" y="147"/>
                    <a:pt x="0" y="140"/>
                  </a:cubicBezTo>
                  <a:cubicBezTo>
                    <a:pt x="0" y="133"/>
                    <a:pt x="5" y="128"/>
                    <a:pt x="12" y="128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51" y="128"/>
                    <a:pt x="256" y="133"/>
                    <a:pt x="256" y="140"/>
                  </a:cubicBezTo>
                  <a:cubicBezTo>
                    <a:pt x="256" y="147"/>
                    <a:pt x="251" y="152"/>
                    <a:pt x="244" y="152"/>
                  </a:cubicBezTo>
                  <a:moveTo>
                    <a:pt x="244" y="88"/>
                  </a:moveTo>
                  <a:cubicBezTo>
                    <a:pt x="12" y="88"/>
                    <a:pt x="12" y="88"/>
                    <a:pt x="12" y="88"/>
                  </a:cubicBezTo>
                  <a:cubicBezTo>
                    <a:pt x="5" y="88"/>
                    <a:pt x="0" y="83"/>
                    <a:pt x="0" y="76"/>
                  </a:cubicBezTo>
                  <a:cubicBezTo>
                    <a:pt x="0" y="69"/>
                    <a:pt x="5" y="64"/>
                    <a:pt x="12" y="64"/>
                  </a:cubicBezTo>
                  <a:cubicBezTo>
                    <a:pt x="244" y="64"/>
                    <a:pt x="244" y="64"/>
                    <a:pt x="244" y="64"/>
                  </a:cubicBezTo>
                  <a:cubicBezTo>
                    <a:pt x="251" y="64"/>
                    <a:pt x="256" y="69"/>
                    <a:pt x="256" y="76"/>
                  </a:cubicBezTo>
                  <a:cubicBezTo>
                    <a:pt x="256" y="83"/>
                    <a:pt x="251" y="88"/>
                    <a:pt x="244" y="88"/>
                  </a:cubicBezTo>
                  <a:moveTo>
                    <a:pt x="244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51" y="0"/>
                    <a:pt x="256" y="5"/>
                    <a:pt x="256" y="12"/>
                  </a:cubicBezTo>
                  <a:cubicBezTo>
                    <a:pt x="256" y="19"/>
                    <a:pt x="251" y="24"/>
                    <a:pt x="244" y="24"/>
                  </a:cubicBezTo>
                  <a:moveTo>
                    <a:pt x="12" y="192"/>
                  </a:moveTo>
                  <a:cubicBezTo>
                    <a:pt x="244" y="192"/>
                    <a:pt x="244" y="192"/>
                    <a:pt x="244" y="192"/>
                  </a:cubicBezTo>
                  <a:cubicBezTo>
                    <a:pt x="251" y="192"/>
                    <a:pt x="256" y="197"/>
                    <a:pt x="256" y="204"/>
                  </a:cubicBezTo>
                  <a:cubicBezTo>
                    <a:pt x="256" y="211"/>
                    <a:pt x="251" y="216"/>
                    <a:pt x="244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5" y="216"/>
                    <a:pt x="0" y="211"/>
                    <a:pt x="0" y="204"/>
                  </a:cubicBezTo>
                  <a:cubicBezTo>
                    <a:pt x="0" y="197"/>
                    <a:pt x="5" y="192"/>
                    <a:pt x="12" y="1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5D47C1-0F59-AAA5-B607-6BACC779638A}"/>
                </a:ext>
              </a:extLst>
            </p:cNvPr>
            <p:cNvSpPr txBox="1"/>
            <p:nvPr/>
          </p:nvSpPr>
          <p:spPr>
            <a:xfrm>
              <a:off x="975450" y="424566"/>
              <a:ext cx="75533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/>
                  </a:solidFill>
                  <a:latin typeface="Work Sans" pitchFamily="2" charset="0"/>
                </a:rPr>
                <a:t>FITNESS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249DAA-D72B-99F7-C7E7-062429165DAE}"/>
                </a:ext>
              </a:extLst>
            </p:cNvPr>
            <p:cNvSpPr txBox="1"/>
            <p:nvPr/>
          </p:nvSpPr>
          <p:spPr>
            <a:xfrm>
              <a:off x="4593465" y="424566"/>
              <a:ext cx="5517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Work Sans" pitchFamily="2" charset="0"/>
                </a:rPr>
                <a:t>Menu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1CDE0A-BD0E-AA58-9AFA-B8BB0D607960}"/>
                </a:ext>
              </a:extLst>
            </p:cNvPr>
            <p:cNvSpPr txBox="1"/>
            <p:nvPr/>
          </p:nvSpPr>
          <p:spPr>
            <a:xfrm>
              <a:off x="5291965" y="424566"/>
              <a:ext cx="6431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Gallery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70BEA3-FE3B-0A77-E3DB-9D348DC48281}"/>
                </a:ext>
              </a:extLst>
            </p:cNvPr>
            <p:cNvSpPr txBox="1"/>
            <p:nvPr/>
          </p:nvSpPr>
          <p:spPr>
            <a:xfrm>
              <a:off x="6089851" y="424566"/>
              <a:ext cx="66075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0A5065-913A-352B-7ACB-FFD16BF79989}"/>
                </a:ext>
              </a:extLst>
            </p:cNvPr>
            <p:cNvSpPr txBox="1"/>
            <p:nvPr/>
          </p:nvSpPr>
          <p:spPr>
            <a:xfrm>
              <a:off x="6905370" y="424566"/>
              <a:ext cx="7056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Work Sans" pitchFamily="2" charset="0"/>
                </a:rPr>
                <a:t>Contact</a:t>
              </a:r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4AA9CE57-BF20-B537-2B33-EEC7FD8FFF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61625" y="460895"/>
              <a:ext cx="180907" cy="180907"/>
            </a:xfrm>
            <a:custGeom>
              <a:avLst/>
              <a:gdLst>
                <a:gd name="T0" fmla="*/ 2147483646 w 115"/>
                <a:gd name="T1" fmla="*/ 2147483646 h 115"/>
                <a:gd name="T2" fmla="*/ 2147483646 w 115"/>
                <a:gd name="T3" fmla="*/ 2147483646 h 115"/>
                <a:gd name="T4" fmla="*/ 2147483646 w 115"/>
                <a:gd name="T5" fmla="*/ 2147483646 h 115"/>
                <a:gd name="T6" fmla="*/ 2147483646 w 115"/>
                <a:gd name="T7" fmla="*/ 0 h 115"/>
                <a:gd name="T8" fmla="*/ 0 w 115"/>
                <a:gd name="T9" fmla="*/ 2147483646 h 115"/>
                <a:gd name="T10" fmla="*/ 2147483646 w 115"/>
                <a:gd name="T11" fmla="*/ 2147483646 h 115"/>
                <a:gd name="T12" fmla="*/ 2147483646 w 115"/>
                <a:gd name="T13" fmla="*/ 2147483646 h 115"/>
                <a:gd name="T14" fmla="*/ 2147483646 w 115"/>
                <a:gd name="T15" fmla="*/ 2147483646 h 115"/>
                <a:gd name="T16" fmla="*/ 2147483646 w 115"/>
                <a:gd name="T17" fmla="*/ 2147483646 h 115"/>
                <a:gd name="T18" fmla="*/ 2147483646 w 115"/>
                <a:gd name="T19" fmla="*/ 2147483646 h 115"/>
                <a:gd name="T20" fmla="*/ 2147483646 w 115"/>
                <a:gd name="T21" fmla="*/ 2147483646 h 115"/>
                <a:gd name="T22" fmla="*/ 2147483646 w 115"/>
                <a:gd name="T23" fmla="*/ 2147483646 h 115"/>
                <a:gd name="T24" fmla="*/ 2147483646 w 115"/>
                <a:gd name="T25" fmla="*/ 2147483646 h 115"/>
                <a:gd name="T26" fmla="*/ 2147483646 w 115"/>
                <a:gd name="T27" fmla="*/ 2147483646 h 115"/>
                <a:gd name="T28" fmla="*/ 2147483646 w 115"/>
                <a:gd name="T29" fmla="*/ 2147483646 h 115"/>
                <a:gd name="T30" fmla="*/ 2147483646 w 115"/>
                <a:gd name="T31" fmla="*/ 2147483646 h 1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5" h="115">
                  <a:moveTo>
                    <a:pt x="114" y="98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9" y="70"/>
                    <a:pt x="102" y="60"/>
                    <a:pt x="102" y="50"/>
                  </a:cubicBezTo>
                  <a:cubicBezTo>
                    <a:pt x="102" y="22"/>
                    <a:pt x="79" y="0"/>
                    <a:pt x="51" y="0"/>
                  </a:cubicBezTo>
                  <a:cubicBezTo>
                    <a:pt x="23" y="0"/>
                    <a:pt x="0" y="22"/>
                    <a:pt x="0" y="50"/>
                  </a:cubicBezTo>
                  <a:cubicBezTo>
                    <a:pt x="0" y="78"/>
                    <a:pt x="23" y="101"/>
                    <a:pt x="51" y="101"/>
                  </a:cubicBezTo>
                  <a:cubicBezTo>
                    <a:pt x="61" y="101"/>
                    <a:pt x="71" y="98"/>
                    <a:pt x="78" y="93"/>
                  </a:cubicBezTo>
                  <a:cubicBezTo>
                    <a:pt x="98" y="113"/>
                    <a:pt x="98" y="113"/>
                    <a:pt x="98" y="113"/>
                  </a:cubicBezTo>
                  <a:cubicBezTo>
                    <a:pt x="100" y="115"/>
                    <a:pt x="102" y="115"/>
                    <a:pt x="104" y="113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1"/>
                    <a:pt x="115" y="99"/>
                    <a:pt x="114" y="98"/>
                  </a:cubicBezTo>
                  <a:close/>
                  <a:moveTo>
                    <a:pt x="51" y="87"/>
                  </a:moveTo>
                  <a:cubicBezTo>
                    <a:pt x="31" y="87"/>
                    <a:pt x="15" y="70"/>
                    <a:pt x="15" y="50"/>
                  </a:cubicBezTo>
                  <a:cubicBezTo>
                    <a:pt x="15" y="30"/>
                    <a:pt x="31" y="14"/>
                    <a:pt x="51" y="14"/>
                  </a:cubicBezTo>
                  <a:cubicBezTo>
                    <a:pt x="71" y="14"/>
                    <a:pt x="87" y="30"/>
                    <a:pt x="87" y="50"/>
                  </a:cubicBezTo>
                  <a:cubicBezTo>
                    <a:pt x="87" y="70"/>
                    <a:pt x="71" y="87"/>
                    <a:pt x="51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1A8A332-8561-EF3B-852C-15A58FCBFE47}"/>
              </a:ext>
            </a:extLst>
          </p:cNvPr>
          <p:cNvSpPr txBox="1"/>
          <p:nvPr/>
        </p:nvSpPr>
        <p:spPr>
          <a:xfrm>
            <a:off x="700000" y="970499"/>
            <a:ext cx="9500000" cy="22159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4400" spc="600" dirty="0">
                <a:solidFill>
                  <a:schemeClr val="bg1"/>
                </a:solidFill>
                <a:latin typeface="Bebas Neue" panose="020B0606020202050201" pitchFamily="34" charset="0"/>
              </a:rPr>
              <a:t>{{TITLE}}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73BC-AC74-AAF8-AA91-3A348E67F7F3}"/>
              </a:ext>
            </a:extLst>
          </p:cNvPr>
          <p:cNvSpPr txBox="1"/>
          <p:nvPr/>
        </p:nvSpPr>
        <p:spPr>
          <a:xfrm>
            <a:off x="8176512" y="1173699"/>
            <a:ext cx="2679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1FC63-FB78-7305-3E10-3B27E01FA5B7}"/>
              </a:ext>
            </a:extLst>
          </p:cNvPr>
          <p:cNvSpPr/>
          <p:nvPr/>
        </p:nvSpPr>
        <p:spPr>
          <a:xfrm>
            <a:off x="8277726" y="2492945"/>
            <a:ext cx="2183899" cy="57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2A6292-D1DA-D9E7-0A8C-F64A75A6FA72}"/>
              </a:ext>
            </a:extLst>
          </p:cNvPr>
          <p:cNvCxnSpPr/>
          <p:nvPr/>
        </p:nvCxnSpPr>
        <p:spPr>
          <a:xfrm>
            <a:off x="1054100" y="3429000"/>
            <a:ext cx="0" cy="287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13A4EC-D0EF-0B8C-8F9B-85DA3ED3F836}"/>
              </a:ext>
            </a:extLst>
          </p:cNvPr>
          <p:cNvCxnSpPr/>
          <p:nvPr/>
        </p:nvCxnSpPr>
        <p:spPr>
          <a:xfrm>
            <a:off x="11120324" y="3429000"/>
            <a:ext cx="0" cy="287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8279C-8DD0-4AF2-B746-AF7FC9C972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6904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tness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E1A19"/>
      </a:accent1>
      <a:accent2>
        <a:srgbClr val="0C1729"/>
      </a:accent2>
      <a:accent3>
        <a:srgbClr val="FE1A19"/>
      </a:accent3>
      <a:accent4>
        <a:srgbClr val="0C1729"/>
      </a:accent4>
      <a:accent5>
        <a:srgbClr val="FE1A19"/>
      </a:accent5>
      <a:accent6>
        <a:srgbClr val="0C1729"/>
      </a:accent6>
      <a:hlink>
        <a:srgbClr val="99CA3C"/>
      </a:hlink>
      <a:folHlink>
        <a:srgbClr val="B9D18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</TotalTime>
  <Words>63</Words>
  <Application>Microsoft Macintosh PowerPoint</Application>
  <PresentationFormat>Широкоэкранный</PresentationFormat>
  <Paragraphs>39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Bebas Neue</vt:lpstr>
      <vt:lpstr>Calibri</vt:lpstr>
      <vt:lpstr>Work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Gleb Yakovlev</cp:lastModifiedBy>
  <cp:revision>21</cp:revision>
  <dcterms:created xsi:type="dcterms:W3CDTF">2023-08-02T12:08:17Z</dcterms:created>
  <dcterms:modified xsi:type="dcterms:W3CDTF">2026-08-25T05:18:17Z</dcterms:modified>
</cp:coreProperties>
</file>